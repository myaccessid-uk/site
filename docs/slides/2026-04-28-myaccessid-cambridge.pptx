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0" r:id="rId5"/>
  </p:sldMasterIdLst>
  <p:notesMasterIdLst>
    <p:notesMasterId r:id="rId18"/>
  </p:notesMasterIdLst>
  <p:sldIdLst>
    <p:sldId id="256" r:id="rId6"/>
    <p:sldId id="4192" r:id="rId7"/>
    <p:sldId id="4187" r:id="rId8"/>
    <p:sldId id="4193" r:id="rId9"/>
    <p:sldId id="4194" r:id="rId10"/>
    <p:sldId id="4195" r:id="rId11"/>
    <p:sldId id="4197" r:id="rId12"/>
    <p:sldId id="4196" r:id="rId13"/>
    <p:sldId id="4198" r:id="rId14"/>
    <p:sldId id="4199" r:id="rId15"/>
    <p:sldId id="4200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F3A7B7-A0C1-E8D5-BC54-091E9DC19B9D}" name="Cassie Bradley" initials="CB" userId="S::cgb38@cam.ac.uk::fe726972-edd0-420f-afcf-5b31de28d651" providerId="AD"/>
  <p188:author id="{61A498C4-90C7-B8D7-69C2-496A9C5A4EFC}" name="Deepak Aggarwal" initials="DA" userId="S::da616@cam.ac.uk::1bd5db57-502a-414c-a50c-a2b7478dae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BCF"/>
    <a:srgbClr val="0072CF"/>
    <a:srgbClr val="FFFFFF"/>
    <a:srgbClr val="000000"/>
    <a:srgbClr val="6AABBC"/>
    <a:srgbClr val="003E74"/>
    <a:srgbClr val="68A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A01F9-C5FB-A34C-B3F4-E3475887D59B}" v="280" dt="2026-04-27T22:47:36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94"/>
    <p:restoredTop sz="86517"/>
  </p:normalViewPr>
  <p:slideViewPr>
    <p:cSldViewPr snapToGrid="0">
      <p:cViewPr varScale="1">
        <p:scale>
          <a:sx n="120" d="100"/>
          <a:sy n="120" d="100"/>
        </p:scale>
        <p:origin x="2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Aggarwal" userId="1bd5db57-502a-414c-a50c-a2b7478dae97" providerId="ADAL" clId="{720A01F9-C5FB-A34C-B3F4-E3475887D59B}"/>
    <pc:docChg chg="undo custSel addSld delSld modSld sldOrd">
      <pc:chgData name="Deepak Aggarwal" userId="1bd5db57-502a-414c-a50c-a2b7478dae97" providerId="ADAL" clId="{720A01F9-C5FB-A34C-B3F4-E3475887D59B}" dt="2026-05-05T22:50:58.223" v="2954" actId="2696"/>
      <pc:docMkLst>
        <pc:docMk/>
      </pc:docMkLst>
      <pc:sldChg chg="delSp modSp mod modNotesTx">
        <pc:chgData name="Deepak Aggarwal" userId="1bd5db57-502a-414c-a50c-a2b7478dae97" providerId="ADAL" clId="{720A01F9-C5FB-A34C-B3F4-E3475887D59B}" dt="2026-04-28T16:02:37.226" v="2928" actId="6549"/>
        <pc:sldMkLst>
          <pc:docMk/>
          <pc:sldMk cId="4130979012" sldId="256"/>
        </pc:sldMkLst>
        <pc:spChg chg="mod">
          <ac:chgData name="Deepak Aggarwal" userId="1bd5db57-502a-414c-a50c-a2b7478dae97" providerId="ADAL" clId="{720A01F9-C5FB-A34C-B3F4-E3475887D59B}" dt="2026-04-26T21:19:42.930" v="2" actId="6549"/>
          <ac:spMkLst>
            <pc:docMk/>
            <pc:sldMk cId="4130979012" sldId="256"/>
            <ac:spMk id="11" creationId="{00000000-0000-0000-0000-000000000000}"/>
          </ac:spMkLst>
        </pc:spChg>
        <pc:spChg chg="mod">
          <ac:chgData name="Deepak Aggarwal" userId="1bd5db57-502a-414c-a50c-a2b7478dae97" providerId="ADAL" clId="{720A01F9-C5FB-A34C-B3F4-E3475887D59B}" dt="2026-04-26T21:20:11.184" v="20" actId="20577"/>
          <ac:spMkLst>
            <pc:docMk/>
            <pc:sldMk cId="4130979012" sldId="256"/>
            <ac:spMk id="14" creationId="{38C61A32-859D-3C65-B019-C37FC65FA23A}"/>
          </ac:spMkLst>
        </pc:spChg>
      </pc:sldChg>
      <pc:sldChg chg="addSp delSp modSp mod modNotesTx">
        <pc:chgData name="Deepak Aggarwal" userId="1bd5db57-502a-414c-a50c-a2b7478dae97" providerId="ADAL" clId="{720A01F9-C5FB-A34C-B3F4-E3475887D59B}" dt="2026-05-05T22:50:53.549" v="2953" actId="478"/>
        <pc:sldMkLst>
          <pc:docMk/>
          <pc:sldMk cId="326935950" sldId="287"/>
        </pc:sldMkLst>
        <pc:spChg chg="mod">
          <ac:chgData name="Deepak Aggarwal" userId="1bd5db57-502a-414c-a50c-a2b7478dae97" providerId="ADAL" clId="{720A01F9-C5FB-A34C-B3F4-E3475887D59B}" dt="2026-04-27T23:01:07.037" v="2518" actId="1076"/>
          <ac:spMkLst>
            <pc:docMk/>
            <pc:sldMk cId="326935950" sldId="287"/>
            <ac:spMk id="2" creationId="{E521955B-BCDD-C074-94BD-7721F1CC5448}"/>
          </ac:spMkLst>
        </pc:spChg>
        <pc:spChg chg="mod">
          <ac:chgData name="Deepak Aggarwal" userId="1bd5db57-502a-414c-a50c-a2b7478dae97" providerId="ADAL" clId="{720A01F9-C5FB-A34C-B3F4-E3475887D59B}" dt="2026-04-27T23:01:12.261" v="2519" actId="1076"/>
          <ac:spMkLst>
            <pc:docMk/>
            <pc:sldMk cId="326935950" sldId="287"/>
            <ac:spMk id="4" creationId="{1B5B2687-E58B-6E5C-0551-5FFEA8CABC17}"/>
          </ac:spMkLst>
        </pc:spChg>
        <pc:spChg chg="add del mod">
          <ac:chgData name="Deepak Aggarwal" userId="1bd5db57-502a-414c-a50c-a2b7478dae97" providerId="ADAL" clId="{720A01F9-C5FB-A34C-B3F4-E3475887D59B}" dt="2026-05-05T22:50:53.549" v="2953" actId="478"/>
          <ac:spMkLst>
            <pc:docMk/>
            <pc:sldMk cId="326935950" sldId="287"/>
            <ac:spMk id="6" creationId="{8000C406-CB64-6592-78C4-EE9694D28C42}"/>
          </ac:spMkLst>
        </pc:spChg>
        <pc:spChg chg="add mod">
          <ac:chgData name="Deepak Aggarwal" userId="1bd5db57-502a-414c-a50c-a2b7478dae97" providerId="ADAL" clId="{720A01F9-C5FB-A34C-B3F4-E3475887D59B}" dt="2026-04-27T23:03:50.902" v="2596" actId="404"/>
          <ac:spMkLst>
            <pc:docMk/>
            <pc:sldMk cId="326935950" sldId="287"/>
            <ac:spMk id="7" creationId="{07B2F7A8-69B2-6D4F-DB46-26446487D571}"/>
          </ac:spMkLst>
        </pc:spChg>
        <pc:picChg chg="mod">
          <ac:chgData name="Deepak Aggarwal" userId="1bd5db57-502a-414c-a50c-a2b7478dae97" providerId="ADAL" clId="{720A01F9-C5FB-A34C-B3F4-E3475887D59B}" dt="2026-04-27T23:03:03.029" v="2571" actId="1076"/>
          <ac:picMkLst>
            <pc:docMk/>
            <pc:sldMk cId="326935950" sldId="287"/>
            <ac:picMk id="3" creationId="{3E7CCCA5-15B1-F9DC-F767-AEBF7E677535}"/>
          </ac:picMkLst>
        </pc:picChg>
      </pc:sldChg>
      <pc:sldChg chg="del">
        <pc:chgData name="Deepak Aggarwal" userId="1bd5db57-502a-414c-a50c-a2b7478dae97" providerId="ADAL" clId="{720A01F9-C5FB-A34C-B3F4-E3475887D59B}" dt="2026-04-27T22:59:31.679" v="2511" actId="2696"/>
        <pc:sldMkLst>
          <pc:docMk/>
          <pc:sldMk cId="390561910" sldId="296"/>
        </pc:sldMkLst>
      </pc:sldChg>
      <pc:sldChg chg="add del">
        <pc:chgData name="Deepak Aggarwal" userId="1bd5db57-502a-414c-a50c-a2b7478dae97" providerId="ADAL" clId="{720A01F9-C5FB-A34C-B3F4-E3475887D59B}" dt="2026-04-27T23:04:45.262" v="2598" actId="2696"/>
        <pc:sldMkLst>
          <pc:docMk/>
          <pc:sldMk cId="2856509199" sldId="308"/>
        </pc:sldMkLst>
      </pc:sldChg>
      <pc:sldChg chg="del">
        <pc:chgData name="Deepak Aggarwal" userId="1bd5db57-502a-414c-a50c-a2b7478dae97" providerId="ADAL" clId="{720A01F9-C5FB-A34C-B3F4-E3475887D59B}" dt="2026-04-26T21:21:08.192" v="23" actId="2696"/>
        <pc:sldMkLst>
          <pc:docMk/>
          <pc:sldMk cId="3025771930" sldId="308"/>
        </pc:sldMkLst>
      </pc:sldChg>
      <pc:sldChg chg="del">
        <pc:chgData name="Deepak Aggarwal" userId="1bd5db57-502a-414c-a50c-a2b7478dae97" providerId="ADAL" clId="{720A01F9-C5FB-A34C-B3F4-E3475887D59B}" dt="2026-04-26T21:21:42.383" v="28" actId="2696"/>
        <pc:sldMkLst>
          <pc:docMk/>
          <pc:sldMk cId="2243999622" sldId="310"/>
        </pc:sldMkLst>
      </pc:sldChg>
      <pc:sldChg chg="add del">
        <pc:chgData name="Deepak Aggarwal" userId="1bd5db57-502a-414c-a50c-a2b7478dae97" providerId="ADAL" clId="{720A01F9-C5FB-A34C-B3F4-E3475887D59B}" dt="2026-04-27T23:05:00.294" v="2599" actId="2696"/>
        <pc:sldMkLst>
          <pc:docMk/>
          <pc:sldMk cId="3745824471" sldId="4168"/>
        </pc:sldMkLst>
      </pc:sldChg>
      <pc:sldChg chg="del">
        <pc:chgData name="Deepak Aggarwal" userId="1bd5db57-502a-414c-a50c-a2b7478dae97" providerId="ADAL" clId="{720A01F9-C5FB-A34C-B3F4-E3475887D59B}" dt="2026-04-26T21:21:19.453" v="25" actId="2696"/>
        <pc:sldMkLst>
          <pc:docMk/>
          <pc:sldMk cId="4057055921" sldId="4168"/>
        </pc:sldMkLst>
      </pc:sldChg>
      <pc:sldChg chg="del">
        <pc:chgData name="Deepak Aggarwal" userId="1bd5db57-502a-414c-a50c-a2b7478dae97" providerId="ADAL" clId="{720A01F9-C5FB-A34C-B3F4-E3475887D59B}" dt="2026-04-26T21:20:52.485" v="22" actId="2696"/>
        <pc:sldMkLst>
          <pc:docMk/>
          <pc:sldMk cId="4153123019" sldId="4177"/>
        </pc:sldMkLst>
      </pc:sldChg>
      <pc:sldChg chg="del">
        <pc:chgData name="Deepak Aggarwal" userId="1bd5db57-502a-414c-a50c-a2b7478dae97" providerId="ADAL" clId="{720A01F9-C5FB-A34C-B3F4-E3475887D59B}" dt="2026-04-26T21:21:36.695" v="27" actId="2696"/>
        <pc:sldMkLst>
          <pc:docMk/>
          <pc:sldMk cId="308945967" sldId="4185"/>
        </pc:sldMkLst>
      </pc:sldChg>
      <pc:sldChg chg="del">
        <pc:chgData name="Deepak Aggarwal" userId="1bd5db57-502a-414c-a50c-a2b7478dae97" providerId="ADAL" clId="{720A01F9-C5FB-A34C-B3F4-E3475887D59B}" dt="2026-04-27T22:14:19.779" v="1723" actId="2696"/>
        <pc:sldMkLst>
          <pc:docMk/>
          <pc:sldMk cId="3815306869" sldId="4186"/>
        </pc:sldMkLst>
      </pc:sldChg>
      <pc:sldChg chg="modSp mod ord">
        <pc:chgData name="Deepak Aggarwal" userId="1bd5db57-502a-414c-a50c-a2b7478dae97" providerId="ADAL" clId="{720A01F9-C5FB-A34C-B3F4-E3475887D59B}" dt="2026-04-27T23:07:13.059" v="2645" actId="20577"/>
        <pc:sldMkLst>
          <pc:docMk/>
          <pc:sldMk cId="1009185607" sldId="4187"/>
        </pc:sldMkLst>
        <pc:spChg chg="mod">
          <ac:chgData name="Deepak Aggarwal" userId="1bd5db57-502a-414c-a50c-a2b7478dae97" providerId="ADAL" clId="{720A01F9-C5FB-A34C-B3F4-E3475887D59B}" dt="2026-04-27T23:06:54.034" v="2633" actId="20577"/>
          <ac:spMkLst>
            <pc:docMk/>
            <pc:sldMk cId="1009185607" sldId="4187"/>
            <ac:spMk id="3" creationId="{AA440D5D-0190-B71F-6A97-796B7A4353C7}"/>
          </ac:spMkLst>
        </pc:spChg>
        <pc:spChg chg="mod">
          <ac:chgData name="Deepak Aggarwal" userId="1bd5db57-502a-414c-a50c-a2b7478dae97" providerId="ADAL" clId="{720A01F9-C5FB-A34C-B3F4-E3475887D59B}" dt="2026-04-27T22:19:25.469" v="1847" actId="20577"/>
          <ac:spMkLst>
            <pc:docMk/>
            <pc:sldMk cId="1009185607" sldId="4187"/>
            <ac:spMk id="4" creationId="{90B7FF9F-B537-56B1-B144-DE5AA68500C1}"/>
          </ac:spMkLst>
        </pc:spChg>
        <pc:spChg chg="mod">
          <ac:chgData name="Deepak Aggarwal" userId="1bd5db57-502a-414c-a50c-a2b7478dae97" providerId="ADAL" clId="{720A01F9-C5FB-A34C-B3F4-E3475887D59B}" dt="2026-04-27T23:06:39.067" v="2628" actId="20577"/>
          <ac:spMkLst>
            <pc:docMk/>
            <pc:sldMk cId="1009185607" sldId="4187"/>
            <ac:spMk id="6" creationId="{C56E8627-D15A-C337-0119-C8E4B7FF1854}"/>
          </ac:spMkLst>
        </pc:spChg>
        <pc:spChg chg="mod">
          <ac:chgData name="Deepak Aggarwal" userId="1bd5db57-502a-414c-a50c-a2b7478dae97" providerId="ADAL" clId="{720A01F9-C5FB-A34C-B3F4-E3475887D59B}" dt="2026-04-27T22:19:55.052" v="1860" actId="20577"/>
          <ac:spMkLst>
            <pc:docMk/>
            <pc:sldMk cId="1009185607" sldId="4187"/>
            <ac:spMk id="9" creationId="{6EED8F10-2126-174E-4267-DA77B504F82D}"/>
          </ac:spMkLst>
        </pc:spChg>
        <pc:spChg chg="mod">
          <ac:chgData name="Deepak Aggarwal" userId="1bd5db57-502a-414c-a50c-a2b7478dae97" providerId="ADAL" clId="{720A01F9-C5FB-A34C-B3F4-E3475887D59B}" dt="2026-04-27T22:20:07.176" v="1872" actId="20577"/>
          <ac:spMkLst>
            <pc:docMk/>
            <pc:sldMk cId="1009185607" sldId="4187"/>
            <ac:spMk id="12" creationId="{004C029B-4F41-761A-A20B-0F456948D65B}"/>
          </ac:spMkLst>
        </pc:spChg>
        <pc:spChg chg="mod">
          <ac:chgData name="Deepak Aggarwal" userId="1bd5db57-502a-414c-a50c-a2b7478dae97" providerId="ADAL" clId="{720A01F9-C5FB-A34C-B3F4-E3475887D59B}" dt="2026-04-27T23:07:07.809" v="2640" actId="20577"/>
          <ac:spMkLst>
            <pc:docMk/>
            <pc:sldMk cId="1009185607" sldId="4187"/>
            <ac:spMk id="16" creationId="{180F8BD1-8E7F-1140-DCDB-CCE0B2F4E7F8}"/>
          </ac:spMkLst>
        </pc:spChg>
        <pc:spChg chg="mod">
          <ac:chgData name="Deepak Aggarwal" userId="1bd5db57-502a-414c-a50c-a2b7478dae97" providerId="ADAL" clId="{720A01F9-C5FB-A34C-B3F4-E3475887D59B}" dt="2026-04-27T23:07:13.059" v="2645" actId="20577"/>
          <ac:spMkLst>
            <pc:docMk/>
            <pc:sldMk cId="1009185607" sldId="4187"/>
            <ac:spMk id="19" creationId="{D3FE4103-656F-5074-B53D-FF8087CAC8AE}"/>
          </ac:spMkLst>
        </pc:spChg>
        <pc:spChg chg="mod">
          <ac:chgData name="Deepak Aggarwal" userId="1bd5db57-502a-414c-a50c-a2b7478dae97" providerId="ADAL" clId="{720A01F9-C5FB-A34C-B3F4-E3475887D59B}" dt="2026-04-27T22:20:19.649" v="1885" actId="6549"/>
          <ac:spMkLst>
            <pc:docMk/>
            <pc:sldMk cId="1009185607" sldId="4187"/>
            <ac:spMk id="33" creationId="{E7466B59-8521-CEC7-936B-9697465CAB38}"/>
          </ac:spMkLst>
        </pc:spChg>
      </pc:sldChg>
      <pc:sldChg chg="del">
        <pc:chgData name="Deepak Aggarwal" userId="1bd5db57-502a-414c-a50c-a2b7478dae97" providerId="ADAL" clId="{720A01F9-C5FB-A34C-B3F4-E3475887D59B}" dt="2026-04-27T22:18:06.981" v="1815" actId="2696"/>
        <pc:sldMkLst>
          <pc:docMk/>
          <pc:sldMk cId="3847444703" sldId="4188"/>
        </pc:sldMkLst>
      </pc:sldChg>
      <pc:sldChg chg="del ord">
        <pc:chgData name="Deepak Aggarwal" userId="1bd5db57-502a-414c-a50c-a2b7478dae97" providerId="ADAL" clId="{720A01F9-C5FB-A34C-B3F4-E3475887D59B}" dt="2026-04-27T23:04:42.032" v="2597" actId="2696"/>
        <pc:sldMkLst>
          <pc:docMk/>
          <pc:sldMk cId="651847586" sldId="4189"/>
        </pc:sldMkLst>
      </pc:sldChg>
      <pc:sldChg chg="del ord">
        <pc:chgData name="Deepak Aggarwal" userId="1bd5db57-502a-414c-a50c-a2b7478dae97" providerId="ADAL" clId="{720A01F9-C5FB-A34C-B3F4-E3475887D59B}" dt="2026-04-27T22:50:37.067" v="2415" actId="2696"/>
        <pc:sldMkLst>
          <pc:docMk/>
          <pc:sldMk cId="3445997994" sldId="4190"/>
        </pc:sldMkLst>
      </pc:sldChg>
      <pc:sldChg chg="del ord">
        <pc:chgData name="Deepak Aggarwal" userId="1bd5db57-502a-414c-a50c-a2b7478dae97" providerId="ADAL" clId="{720A01F9-C5FB-A34C-B3F4-E3475887D59B}" dt="2026-04-27T22:50:31.766" v="2414" actId="2696"/>
        <pc:sldMkLst>
          <pc:docMk/>
          <pc:sldMk cId="1870670015" sldId="4191"/>
        </pc:sldMkLst>
      </pc:sldChg>
      <pc:sldChg chg="new del">
        <pc:chgData name="Deepak Aggarwal" userId="1bd5db57-502a-414c-a50c-a2b7478dae97" providerId="ADAL" clId="{720A01F9-C5FB-A34C-B3F4-E3475887D59B}" dt="2026-04-26T21:24:44.872" v="32" actId="2696"/>
        <pc:sldMkLst>
          <pc:docMk/>
          <pc:sldMk cId="587881848" sldId="4192"/>
        </pc:sldMkLst>
      </pc:sldChg>
      <pc:sldChg chg="addSp modSp new mod ord modNotesTx">
        <pc:chgData name="Deepak Aggarwal" userId="1bd5db57-502a-414c-a50c-a2b7478dae97" providerId="ADAL" clId="{720A01F9-C5FB-A34C-B3F4-E3475887D59B}" dt="2026-04-28T16:02:41.203" v="2929" actId="6549"/>
        <pc:sldMkLst>
          <pc:docMk/>
          <pc:sldMk cId="4023060920" sldId="4192"/>
        </pc:sldMkLst>
        <pc:spChg chg="mod">
          <ac:chgData name="Deepak Aggarwal" userId="1bd5db57-502a-414c-a50c-a2b7478dae97" providerId="ADAL" clId="{720A01F9-C5FB-A34C-B3F4-E3475887D59B}" dt="2026-04-26T21:44:30.505" v="48" actId="6549"/>
          <ac:spMkLst>
            <pc:docMk/>
            <pc:sldMk cId="4023060920" sldId="4192"/>
            <ac:spMk id="2" creationId="{60815E91-B07E-BBA3-7E66-9CC7993BA5C4}"/>
          </ac:spMkLst>
        </pc:spChg>
        <pc:spChg chg="mod">
          <ac:chgData name="Deepak Aggarwal" userId="1bd5db57-502a-414c-a50c-a2b7478dae97" providerId="ADAL" clId="{720A01F9-C5FB-A34C-B3F4-E3475887D59B}" dt="2026-04-26T21:55:23.749" v="387" actId="1035"/>
          <ac:spMkLst>
            <pc:docMk/>
            <pc:sldMk cId="4023060920" sldId="4192"/>
            <ac:spMk id="3" creationId="{54FC22D9-BA40-6023-AF5E-6A9E1F88190E}"/>
          </ac:spMkLst>
        </pc:spChg>
        <pc:spChg chg="add mod">
          <ac:chgData name="Deepak Aggarwal" userId="1bd5db57-502a-414c-a50c-a2b7478dae97" providerId="ADAL" clId="{720A01F9-C5FB-A34C-B3F4-E3475887D59B}" dt="2026-04-26T21:54:02.939" v="376" actId="1037"/>
          <ac:spMkLst>
            <pc:docMk/>
            <pc:sldMk cId="4023060920" sldId="4192"/>
            <ac:spMk id="5" creationId="{E090A240-C5D9-BD82-8EF4-0A3EB0A1AA32}"/>
          </ac:spMkLst>
        </pc:spChg>
      </pc:sldChg>
      <pc:sldChg chg="addSp modSp new mod modNotesTx">
        <pc:chgData name="Deepak Aggarwal" userId="1bd5db57-502a-414c-a50c-a2b7478dae97" providerId="ADAL" clId="{720A01F9-C5FB-A34C-B3F4-E3475887D59B}" dt="2026-04-28T16:02:47.314" v="2930" actId="6549"/>
        <pc:sldMkLst>
          <pc:docMk/>
          <pc:sldMk cId="1401642633" sldId="4193"/>
        </pc:sldMkLst>
        <pc:spChg chg="mod">
          <ac:chgData name="Deepak Aggarwal" userId="1bd5db57-502a-414c-a50c-a2b7478dae97" providerId="ADAL" clId="{720A01F9-C5FB-A34C-B3F4-E3475887D59B}" dt="2026-04-26T21:55:51.629" v="397" actId="255"/>
          <ac:spMkLst>
            <pc:docMk/>
            <pc:sldMk cId="1401642633" sldId="4193"/>
            <ac:spMk id="2" creationId="{D553E255-D723-C672-2146-24DCA1C9FD04}"/>
          </ac:spMkLst>
        </pc:spChg>
        <pc:spChg chg="mod">
          <ac:chgData name="Deepak Aggarwal" userId="1bd5db57-502a-414c-a50c-a2b7478dae97" providerId="ADAL" clId="{720A01F9-C5FB-A34C-B3F4-E3475887D59B}" dt="2026-04-27T12:47:21.782" v="719" actId="20577"/>
          <ac:spMkLst>
            <pc:docMk/>
            <pc:sldMk cId="1401642633" sldId="4193"/>
            <ac:spMk id="3" creationId="{ED212784-4CB2-0C42-15CF-923C6B257F7C}"/>
          </ac:spMkLst>
        </pc:spChg>
        <pc:spChg chg="add mod">
          <ac:chgData name="Deepak Aggarwal" userId="1bd5db57-502a-414c-a50c-a2b7478dae97" providerId="ADAL" clId="{720A01F9-C5FB-A34C-B3F4-E3475887D59B}" dt="2026-04-27T12:44:26.930" v="693" actId="207"/>
          <ac:spMkLst>
            <pc:docMk/>
            <pc:sldMk cId="1401642633" sldId="4193"/>
            <ac:spMk id="5" creationId="{ABA7756F-EE31-2249-9881-0D2C6B6453B7}"/>
          </ac:spMkLst>
        </pc:spChg>
      </pc:sldChg>
      <pc:sldChg chg="addSp modSp new mod modNotesTx">
        <pc:chgData name="Deepak Aggarwal" userId="1bd5db57-502a-414c-a50c-a2b7478dae97" providerId="ADAL" clId="{720A01F9-C5FB-A34C-B3F4-E3475887D59B}" dt="2026-04-28T16:02:50.946" v="2931" actId="6549"/>
        <pc:sldMkLst>
          <pc:docMk/>
          <pc:sldMk cId="3533410315" sldId="4194"/>
        </pc:sldMkLst>
        <pc:spChg chg="mod">
          <ac:chgData name="Deepak Aggarwal" userId="1bd5db57-502a-414c-a50c-a2b7478dae97" providerId="ADAL" clId="{720A01F9-C5FB-A34C-B3F4-E3475887D59B}" dt="2026-04-27T08:18:43.900" v="609" actId="255"/>
          <ac:spMkLst>
            <pc:docMk/>
            <pc:sldMk cId="3533410315" sldId="4194"/>
            <ac:spMk id="2" creationId="{FEE2A97B-6C88-79A8-3D52-E3418826D7B1}"/>
          </ac:spMkLst>
        </pc:spChg>
        <pc:spChg chg="mod">
          <ac:chgData name="Deepak Aggarwal" userId="1bd5db57-502a-414c-a50c-a2b7478dae97" providerId="ADAL" clId="{720A01F9-C5FB-A34C-B3F4-E3475887D59B}" dt="2026-04-27T13:06:53.974" v="848" actId="20577"/>
          <ac:spMkLst>
            <pc:docMk/>
            <pc:sldMk cId="3533410315" sldId="4194"/>
            <ac:spMk id="3" creationId="{A01F66FE-A126-1D7B-D6EE-ED0729035909}"/>
          </ac:spMkLst>
        </pc:spChg>
        <pc:spChg chg="add mod">
          <ac:chgData name="Deepak Aggarwal" userId="1bd5db57-502a-414c-a50c-a2b7478dae97" providerId="ADAL" clId="{720A01F9-C5FB-A34C-B3F4-E3475887D59B}" dt="2026-04-27T12:51:50.010" v="768" actId="1035"/>
          <ac:spMkLst>
            <pc:docMk/>
            <pc:sldMk cId="3533410315" sldId="4194"/>
            <ac:spMk id="5" creationId="{D091377F-FA75-71DB-F3B0-F7F7232110E2}"/>
          </ac:spMkLst>
        </pc:spChg>
        <pc:spChg chg="add mod">
          <ac:chgData name="Deepak Aggarwal" userId="1bd5db57-502a-414c-a50c-a2b7478dae97" providerId="ADAL" clId="{720A01F9-C5FB-A34C-B3F4-E3475887D59B}" dt="2026-04-27T12:51:50.010" v="768" actId="1035"/>
          <ac:spMkLst>
            <pc:docMk/>
            <pc:sldMk cId="3533410315" sldId="4194"/>
            <ac:spMk id="7" creationId="{EFA6A124-EE6C-1107-DA13-117DB990B653}"/>
          </ac:spMkLst>
        </pc:spChg>
        <pc:spChg chg="add mod">
          <ac:chgData name="Deepak Aggarwal" userId="1bd5db57-502a-414c-a50c-a2b7478dae97" providerId="ADAL" clId="{720A01F9-C5FB-A34C-B3F4-E3475887D59B}" dt="2026-04-27T12:51:50.010" v="768" actId="1035"/>
          <ac:spMkLst>
            <pc:docMk/>
            <pc:sldMk cId="3533410315" sldId="4194"/>
            <ac:spMk id="9" creationId="{A4705BD0-2926-4B90-91B4-ACD1B522EEE3}"/>
          </ac:spMkLst>
        </pc:spChg>
        <pc:spChg chg="add mod">
          <ac:chgData name="Deepak Aggarwal" userId="1bd5db57-502a-414c-a50c-a2b7478dae97" providerId="ADAL" clId="{720A01F9-C5FB-A34C-B3F4-E3475887D59B}" dt="2026-04-27T12:51:50.010" v="768" actId="1035"/>
          <ac:spMkLst>
            <pc:docMk/>
            <pc:sldMk cId="3533410315" sldId="4194"/>
            <ac:spMk id="11" creationId="{E64E365D-53ED-0280-89B1-2C00AF1935B7}"/>
          </ac:spMkLst>
        </pc:spChg>
      </pc:sldChg>
      <pc:sldChg chg="addSp delSp modSp new mod modNotesTx">
        <pc:chgData name="Deepak Aggarwal" userId="1bd5db57-502a-414c-a50c-a2b7478dae97" providerId="ADAL" clId="{720A01F9-C5FB-A34C-B3F4-E3475887D59B}" dt="2026-04-28T16:02:54.597" v="2932" actId="6549"/>
        <pc:sldMkLst>
          <pc:docMk/>
          <pc:sldMk cId="1703387078" sldId="4195"/>
        </pc:sldMkLst>
        <pc:spChg chg="mod">
          <ac:chgData name="Deepak Aggarwal" userId="1bd5db57-502a-414c-a50c-a2b7478dae97" providerId="ADAL" clId="{720A01F9-C5FB-A34C-B3F4-E3475887D59B}" dt="2026-04-27T22:17:02.541" v="1814" actId="207"/>
          <ac:spMkLst>
            <pc:docMk/>
            <pc:sldMk cId="1703387078" sldId="4195"/>
            <ac:spMk id="2" creationId="{6DB9B975-8F3B-CDE6-A3D9-6477C209978E}"/>
          </ac:spMkLst>
        </pc:spChg>
        <pc:spChg chg="add mod">
          <ac:chgData name="Deepak Aggarwal" userId="1bd5db57-502a-414c-a50c-a2b7478dae97" providerId="ADAL" clId="{720A01F9-C5FB-A34C-B3F4-E3475887D59B}" dt="2026-04-27T22:22:03.015" v="1903" actId="404"/>
          <ac:spMkLst>
            <pc:docMk/>
            <pc:sldMk cId="1703387078" sldId="4195"/>
            <ac:spMk id="5" creationId="{32371285-147D-C7C3-C7AC-DEF8C7D2F2AD}"/>
          </ac:spMkLst>
        </pc:spChg>
        <pc:spChg chg="add mod">
          <ac:chgData name="Deepak Aggarwal" userId="1bd5db57-502a-414c-a50c-a2b7478dae97" providerId="ADAL" clId="{720A01F9-C5FB-A34C-B3F4-E3475887D59B}" dt="2026-04-27T22:22:09.507" v="1904" actId="2711"/>
          <ac:spMkLst>
            <pc:docMk/>
            <pc:sldMk cId="1703387078" sldId="4195"/>
            <ac:spMk id="7" creationId="{CD81580D-BA25-249B-6C3C-F3C037BAF35A}"/>
          </ac:spMkLst>
        </pc:spChg>
        <pc:spChg chg="add mod">
          <ac:chgData name="Deepak Aggarwal" userId="1bd5db57-502a-414c-a50c-a2b7478dae97" providerId="ADAL" clId="{720A01F9-C5FB-A34C-B3F4-E3475887D59B}" dt="2026-04-27T22:22:49.952" v="1909" actId="114"/>
          <ac:spMkLst>
            <pc:docMk/>
            <pc:sldMk cId="1703387078" sldId="4195"/>
            <ac:spMk id="13" creationId="{4D94E056-4602-308A-352C-E2E37F69A819}"/>
          </ac:spMkLst>
        </pc:spChg>
        <pc:spChg chg="add mod">
          <ac:chgData name="Deepak Aggarwal" userId="1bd5db57-502a-414c-a50c-a2b7478dae97" providerId="ADAL" clId="{720A01F9-C5FB-A34C-B3F4-E3475887D59B}" dt="2026-04-27T22:30:12.489" v="2028" actId="14100"/>
          <ac:spMkLst>
            <pc:docMk/>
            <pc:sldMk cId="1703387078" sldId="4195"/>
            <ac:spMk id="21" creationId="{3FE63B09-0117-C296-DAEA-787C15C8A390}"/>
          </ac:spMkLst>
        </pc:spChg>
        <pc:spChg chg="add mod">
          <ac:chgData name="Deepak Aggarwal" userId="1bd5db57-502a-414c-a50c-a2b7478dae97" providerId="ADAL" clId="{720A01F9-C5FB-A34C-B3F4-E3475887D59B}" dt="2026-04-27T22:22:45.364" v="1908" actId="20577"/>
          <ac:spMkLst>
            <pc:docMk/>
            <pc:sldMk cId="1703387078" sldId="4195"/>
            <ac:spMk id="31" creationId="{7E49E253-6CB5-9198-816D-2B50E2A072E9}"/>
          </ac:spMkLst>
        </pc:spChg>
        <pc:spChg chg="add mod">
          <ac:chgData name="Deepak Aggarwal" userId="1bd5db57-502a-414c-a50c-a2b7478dae97" providerId="ADAL" clId="{720A01F9-C5FB-A34C-B3F4-E3475887D59B}" dt="2026-04-27T22:16:45.857" v="1809" actId="20577"/>
          <ac:spMkLst>
            <pc:docMk/>
            <pc:sldMk cId="1703387078" sldId="4195"/>
            <ac:spMk id="34" creationId="{FC571A66-02CB-DCE7-6A90-2A533341B7D4}"/>
          </ac:spMkLst>
        </pc:spChg>
        <pc:spChg chg="add mod">
          <ac:chgData name="Deepak Aggarwal" userId="1bd5db57-502a-414c-a50c-a2b7478dae97" providerId="ADAL" clId="{720A01F9-C5FB-A34C-B3F4-E3475887D59B}" dt="2026-04-27T22:30:16.520" v="2030" actId="1038"/>
          <ac:spMkLst>
            <pc:docMk/>
            <pc:sldMk cId="1703387078" sldId="4195"/>
            <ac:spMk id="35" creationId="{7E126F4E-2876-00A4-66FF-D386FAFDF583}"/>
          </ac:spMkLst>
        </pc:spChg>
        <pc:graphicFrameChg chg="add mod modGraphic">
          <ac:chgData name="Deepak Aggarwal" userId="1bd5db57-502a-414c-a50c-a2b7478dae97" providerId="ADAL" clId="{720A01F9-C5FB-A34C-B3F4-E3475887D59B}" dt="2026-04-27T22:35:46.563" v="2168" actId="20577"/>
          <ac:graphicFrameMkLst>
            <pc:docMk/>
            <pc:sldMk cId="1703387078" sldId="4195"/>
            <ac:graphicFrameMk id="32" creationId="{B477911B-A9D8-51DE-FFA9-9F8035B36BBF}"/>
          </ac:graphicFrameMkLst>
        </pc:graphicFrameChg>
        <pc:picChg chg="add mod">
          <ac:chgData name="Deepak Aggarwal" userId="1bd5db57-502a-414c-a50c-a2b7478dae97" providerId="ADAL" clId="{720A01F9-C5FB-A34C-B3F4-E3475887D59B}" dt="2026-04-27T22:11:27.049" v="1689" actId="1036"/>
          <ac:picMkLst>
            <pc:docMk/>
            <pc:sldMk cId="1703387078" sldId="4195"/>
            <ac:picMk id="6" creationId="{FE8E0AD2-D001-1804-9AA9-EB1C5B0FA8A1}"/>
          </ac:picMkLst>
        </pc:picChg>
        <pc:picChg chg="add mod">
          <ac:chgData name="Deepak Aggarwal" userId="1bd5db57-502a-414c-a50c-a2b7478dae97" providerId="ADAL" clId="{720A01F9-C5FB-A34C-B3F4-E3475887D59B}" dt="2026-04-27T22:11:27.049" v="1689" actId="1036"/>
          <ac:picMkLst>
            <pc:docMk/>
            <pc:sldMk cId="1703387078" sldId="4195"/>
            <ac:picMk id="8" creationId="{7510D132-2944-55A4-9F4E-954BD48FB5E0}"/>
          </ac:picMkLst>
        </pc:picChg>
        <pc:picChg chg="add mod">
          <ac:chgData name="Deepak Aggarwal" userId="1bd5db57-502a-414c-a50c-a2b7478dae97" providerId="ADAL" clId="{720A01F9-C5FB-A34C-B3F4-E3475887D59B}" dt="2026-04-27T22:11:27.049" v="1689" actId="1036"/>
          <ac:picMkLst>
            <pc:docMk/>
            <pc:sldMk cId="1703387078" sldId="4195"/>
            <ac:picMk id="19" creationId="{DA3F451B-0BC4-B3C7-A436-EE4794386C47}"/>
          </ac:picMkLst>
        </pc:picChg>
        <pc:picChg chg="add mod">
          <ac:chgData name="Deepak Aggarwal" userId="1bd5db57-502a-414c-a50c-a2b7478dae97" providerId="ADAL" clId="{720A01F9-C5FB-A34C-B3F4-E3475887D59B}" dt="2026-04-27T22:13:20.488" v="1721" actId="1035"/>
          <ac:picMkLst>
            <pc:docMk/>
            <pc:sldMk cId="1703387078" sldId="4195"/>
            <ac:picMk id="20" creationId="{DEE5750F-1A9E-42F0-ECCF-9B6FD79A33C2}"/>
          </ac:picMkLst>
        </pc:picChg>
        <pc:picChg chg="add mod">
          <ac:chgData name="Deepak Aggarwal" userId="1bd5db57-502a-414c-a50c-a2b7478dae97" providerId="ADAL" clId="{720A01F9-C5FB-A34C-B3F4-E3475887D59B}" dt="2026-04-27T22:29:59.588" v="2026" actId="1035"/>
          <ac:picMkLst>
            <pc:docMk/>
            <pc:sldMk cId="1703387078" sldId="4195"/>
            <ac:picMk id="24" creationId="{224F2CCE-B900-18C8-07AC-88EBC1C894E1}"/>
          </ac:picMkLst>
        </pc:picChg>
        <pc:picChg chg="add mod">
          <ac:chgData name="Deepak Aggarwal" userId="1bd5db57-502a-414c-a50c-a2b7478dae97" providerId="ADAL" clId="{720A01F9-C5FB-A34C-B3F4-E3475887D59B}" dt="2026-04-27T22:11:27.049" v="1689" actId="1036"/>
          <ac:picMkLst>
            <pc:docMk/>
            <pc:sldMk cId="1703387078" sldId="4195"/>
            <ac:picMk id="25" creationId="{2057CD91-462E-FC63-A568-E3FB734E2A42}"/>
          </ac:picMkLst>
        </pc:picChg>
        <pc:picChg chg="add mod">
          <ac:chgData name="Deepak Aggarwal" userId="1bd5db57-502a-414c-a50c-a2b7478dae97" providerId="ADAL" clId="{720A01F9-C5FB-A34C-B3F4-E3475887D59B}" dt="2026-04-27T22:30:20.267" v="2032" actId="1038"/>
          <ac:picMkLst>
            <pc:docMk/>
            <pc:sldMk cId="1703387078" sldId="4195"/>
            <ac:picMk id="26" creationId="{E7C0C26C-EC2B-56C6-0FF3-3FF4CC001D13}"/>
          </ac:picMkLst>
        </pc:picChg>
        <pc:cxnChg chg="add mod">
          <ac:chgData name="Deepak Aggarwal" userId="1bd5db57-502a-414c-a50c-a2b7478dae97" providerId="ADAL" clId="{720A01F9-C5FB-A34C-B3F4-E3475887D59B}" dt="2026-04-27T22:03:22.993" v="1503" actId="14100"/>
          <ac:cxnSpMkLst>
            <pc:docMk/>
            <pc:sldMk cId="1703387078" sldId="4195"/>
            <ac:cxnSpMk id="28" creationId="{BEBC26FD-C61B-34A8-6793-6D3FA4560909}"/>
          </ac:cxnSpMkLst>
        </pc:cxnChg>
      </pc:sldChg>
      <pc:sldChg chg="addSp delSp modSp add mod modNotesTx">
        <pc:chgData name="Deepak Aggarwal" userId="1bd5db57-502a-414c-a50c-a2b7478dae97" providerId="ADAL" clId="{720A01F9-C5FB-A34C-B3F4-E3475887D59B}" dt="2026-04-28T16:02:59.687" v="2933" actId="6549"/>
        <pc:sldMkLst>
          <pc:docMk/>
          <pc:sldMk cId="3410615778" sldId="4196"/>
        </pc:sldMkLst>
        <pc:spChg chg="mod">
          <ac:chgData name="Deepak Aggarwal" userId="1bd5db57-502a-414c-a50c-a2b7478dae97" providerId="ADAL" clId="{720A01F9-C5FB-A34C-B3F4-E3475887D59B}" dt="2026-04-28T08:56:18.710" v="2887" actId="13926"/>
          <ac:spMkLst>
            <pc:docMk/>
            <pc:sldMk cId="3410615778" sldId="4196"/>
            <ac:spMk id="2" creationId="{A54A9E9D-7AB3-CB90-680D-E1A454603E67}"/>
          </ac:spMkLst>
        </pc:spChg>
        <pc:spChg chg="add mod">
          <ac:chgData name="Deepak Aggarwal" userId="1bd5db57-502a-414c-a50c-a2b7478dae97" providerId="ADAL" clId="{720A01F9-C5FB-A34C-B3F4-E3475887D59B}" dt="2026-04-27T22:39:58.676" v="2286" actId="1076"/>
          <ac:spMkLst>
            <pc:docMk/>
            <pc:sldMk cId="3410615778" sldId="4196"/>
            <ac:spMk id="3" creationId="{7C01812F-28C0-8490-2055-E5E1D3DF06F6}"/>
          </ac:spMkLst>
        </pc:spChg>
        <pc:spChg chg="mod">
          <ac:chgData name="Deepak Aggarwal" userId="1bd5db57-502a-414c-a50c-a2b7478dae97" providerId="ADAL" clId="{720A01F9-C5FB-A34C-B3F4-E3475887D59B}" dt="2026-04-27T22:39:43.675" v="2284" actId="20577"/>
          <ac:spMkLst>
            <pc:docMk/>
            <pc:sldMk cId="3410615778" sldId="4196"/>
            <ac:spMk id="7" creationId="{A2002685-6D4D-4155-A7D3-9401502DA3A6}"/>
          </ac:spMkLst>
        </pc:spChg>
        <pc:spChg chg="mod">
          <ac:chgData name="Deepak Aggarwal" userId="1bd5db57-502a-414c-a50c-a2b7478dae97" providerId="ADAL" clId="{720A01F9-C5FB-A34C-B3F4-E3475887D59B}" dt="2026-04-27T22:40:33.823" v="2293" actId="20577"/>
          <ac:spMkLst>
            <pc:docMk/>
            <pc:sldMk cId="3410615778" sldId="4196"/>
            <ac:spMk id="13" creationId="{DDA4A9B3-4F99-8B25-DABF-E20FDFFF561D}"/>
          </ac:spMkLst>
        </pc:spChg>
        <pc:spChg chg="add mod">
          <ac:chgData name="Deepak Aggarwal" userId="1bd5db57-502a-414c-a50c-a2b7478dae97" providerId="ADAL" clId="{720A01F9-C5FB-A34C-B3F4-E3475887D59B}" dt="2026-04-27T22:41:13.634" v="2313" actId="1038"/>
          <ac:spMkLst>
            <pc:docMk/>
            <pc:sldMk cId="3410615778" sldId="4196"/>
            <ac:spMk id="17" creationId="{BAEBBA90-0B75-03EB-9D1B-80A15938192E}"/>
          </ac:spMkLst>
        </pc:spChg>
        <pc:spChg chg="add mod">
          <ac:chgData name="Deepak Aggarwal" userId="1bd5db57-502a-414c-a50c-a2b7478dae97" providerId="ADAL" clId="{720A01F9-C5FB-A34C-B3F4-E3475887D59B}" dt="2026-04-27T22:43:27.809" v="2350" actId="20577"/>
          <ac:spMkLst>
            <pc:docMk/>
            <pc:sldMk cId="3410615778" sldId="4196"/>
            <ac:spMk id="18" creationId="{E1C293B0-4299-7EAE-45D6-ACC9DA1E0345}"/>
          </ac:spMkLst>
        </pc:spChg>
        <pc:spChg chg="mod">
          <ac:chgData name="Deepak Aggarwal" userId="1bd5db57-502a-414c-a50c-a2b7478dae97" providerId="ADAL" clId="{720A01F9-C5FB-A34C-B3F4-E3475887D59B}" dt="2026-04-27T22:41:00.105" v="2309" actId="14100"/>
          <ac:spMkLst>
            <pc:docMk/>
            <pc:sldMk cId="3410615778" sldId="4196"/>
            <ac:spMk id="21" creationId="{2E604E01-1B21-EC82-D99D-D1B1913DCA7C}"/>
          </ac:spMkLst>
        </pc:spChg>
        <pc:spChg chg="add mod">
          <ac:chgData name="Deepak Aggarwal" userId="1bd5db57-502a-414c-a50c-a2b7478dae97" providerId="ADAL" clId="{720A01F9-C5FB-A34C-B3F4-E3475887D59B}" dt="2026-04-27T22:43:32.781" v="2356" actId="20577"/>
          <ac:spMkLst>
            <pc:docMk/>
            <pc:sldMk cId="3410615778" sldId="4196"/>
            <ac:spMk id="22" creationId="{0EAC8445-3839-9BC3-F366-D60E6DD31A53}"/>
          </ac:spMkLst>
        </pc:spChg>
        <pc:graphicFrameChg chg="add mod modGraphic">
          <ac:chgData name="Deepak Aggarwal" userId="1bd5db57-502a-414c-a50c-a2b7478dae97" providerId="ADAL" clId="{720A01F9-C5FB-A34C-B3F4-E3475887D59B}" dt="2026-04-27T22:44:44.075" v="2388" actId="1036"/>
          <ac:graphicFrameMkLst>
            <pc:docMk/>
            <pc:sldMk cId="3410615778" sldId="4196"/>
            <ac:graphicFrameMk id="14" creationId="{ADB1EACB-2AF8-C5C4-458B-99A1A6B3A7FF}"/>
          </ac:graphicFrameMkLst>
        </pc:graphicFrameChg>
        <pc:picChg chg="mod">
          <ac:chgData name="Deepak Aggarwal" userId="1bd5db57-502a-414c-a50c-a2b7478dae97" providerId="ADAL" clId="{720A01F9-C5FB-A34C-B3F4-E3475887D59B}" dt="2026-04-27T22:40:38.630" v="2296" actId="1035"/>
          <ac:picMkLst>
            <pc:docMk/>
            <pc:sldMk cId="3410615778" sldId="4196"/>
            <ac:picMk id="19" creationId="{4C44DB16-85BD-4476-E3F2-E9BC72138EA4}"/>
          </ac:picMkLst>
        </pc:picChg>
        <pc:picChg chg="mod">
          <ac:chgData name="Deepak Aggarwal" userId="1bd5db57-502a-414c-a50c-a2b7478dae97" providerId="ADAL" clId="{720A01F9-C5FB-A34C-B3F4-E3475887D59B}" dt="2026-04-27T22:40:41.776" v="2301" actId="1035"/>
          <ac:picMkLst>
            <pc:docMk/>
            <pc:sldMk cId="3410615778" sldId="4196"/>
            <ac:picMk id="20" creationId="{06E3B9B9-9683-AB8F-5951-1AB4850249C3}"/>
          </ac:picMkLst>
        </pc:picChg>
        <pc:picChg chg="mod">
          <ac:chgData name="Deepak Aggarwal" userId="1bd5db57-502a-414c-a50c-a2b7478dae97" providerId="ADAL" clId="{720A01F9-C5FB-A34C-B3F4-E3475887D59B}" dt="2026-04-27T22:40:50.743" v="2306" actId="1036"/>
          <ac:picMkLst>
            <pc:docMk/>
            <pc:sldMk cId="3410615778" sldId="4196"/>
            <ac:picMk id="24" creationId="{C712C6B7-A0CF-CC13-B539-2E736EE1EDD2}"/>
          </ac:picMkLst>
        </pc:picChg>
        <pc:picChg chg="mod">
          <ac:chgData name="Deepak Aggarwal" userId="1bd5db57-502a-414c-a50c-a2b7478dae97" providerId="ADAL" clId="{720A01F9-C5FB-A34C-B3F4-E3475887D59B}" dt="2026-04-27T22:40:45.347" v="2302" actId="1036"/>
          <ac:picMkLst>
            <pc:docMk/>
            <pc:sldMk cId="3410615778" sldId="4196"/>
            <ac:picMk id="25" creationId="{FC69D5FF-4B43-CF08-F96D-7E4BA5F59777}"/>
          </ac:picMkLst>
        </pc:picChg>
        <pc:picChg chg="mod">
          <ac:chgData name="Deepak Aggarwal" userId="1bd5db57-502a-414c-a50c-a2b7478dae97" providerId="ADAL" clId="{720A01F9-C5FB-A34C-B3F4-E3475887D59B}" dt="2026-04-27T22:40:54.887" v="2308" actId="1037"/>
          <ac:picMkLst>
            <pc:docMk/>
            <pc:sldMk cId="3410615778" sldId="4196"/>
            <ac:picMk id="26" creationId="{D50C449B-6C97-A14E-442B-D64ABBEEB4F5}"/>
          </ac:picMkLst>
        </pc:picChg>
        <pc:cxnChg chg="add mod">
          <ac:chgData name="Deepak Aggarwal" userId="1bd5db57-502a-414c-a50c-a2b7478dae97" providerId="ADAL" clId="{720A01F9-C5FB-A34C-B3F4-E3475887D59B}" dt="2026-04-27T22:42:53.701" v="2340" actId="14100"/>
          <ac:cxnSpMkLst>
            <pc:docMk/>
            <pc:sldMk cId="3410615778" sldId="4196"/>
            <ac:cxnSpMk id="9" creationId="{833E9A27-0C95-10DB-837A-9577BCF5BC08}"/>
          </ac:cxnSpMkLst>
        </pc:cxnChg>
        <pc:cxnChg chg="add mod">
          <ac:chgData name="Deepak Aggarwal" userId="1bd5db57-502a-414c-a50c-a2b7478dae97" providerId="ADAL" clId="{720A01F9-C5FB-A34C-B3F4-E3475887D59B}" dt="2026-04-27T22:42:48.596" v="2339" actId="14100"/>
          <ac:cxnSpMkLst>
            <pc:docMk/>
            <pc:sldMk cId="3410615778" sldId="4196"/>
            <ac:cxnSpMk id="11" creationId="{1549A7F9-4A92-D9FA-A5FE-9C133E3657A5}"/>
          </ac:cxnSpMkLst>
        </pc:cxnChg>
      </pc:sldChg>
      <pc:sldChg chg="modSp add del mod">
        <pc:chgData name="Deepak Aggarwal" userId="1bd5db57-502a-414c-a50c-a2b7478dae97" providerId="ADAL" clId="{720A01F9-C5FB-A34C-B3F4-E3475887D59B}" dt="2026-04-27T22:21:51.175" v="1901" actId="2696"/>
        <pc:sldMkLst>
          <pc:docMk/>
          <pc:sldMk cId="3659100083" sldId="4196"/>
        </pc:sldMkLst>
      </pc:sldChg>
      <pc:sldChg chg="add del">
        <pc:chgData name="Deepak Aggarwal" userId="1bd5db57-502a-414c-a50c-a2b7478dae97" providerId="ADAL" clId="{720A01F9-C5FB-A34C-B3F4-E3475887D59B}" dt="2026-04-27T21:40:14.679" v="1140"/>
        <pc:sldMkLst>
          <pc:docMk/>
          <pc:sldMk cId="3813509034" sldId="4196"/>
        </pc:sldMkLst>
      </pc:sldChg>
      <pc:sldChg chg="addSp delSp modSp new mod">
        <pc:chgData name="Deepak Aggarwal" userId="1bd5db57-502a-414c-a50c-a2b7478dae97" providerId="ADAL" clId="{720A01F9-C5FB-A34C-B3F4-E3475887D59B}" dt="2026-04-27T22:46:05.194" v="2396" actId="1076"/>
        <pc:sldMkLst>
          <pc:docMk/>
          <pc:sldMk cId="2077757391" sldId="4197"/>
        </pc:sldMkLst>
        <pc:picChg chg="add mod">
          <ac:chgData name="Deepak Aggarwal" userId="1bd5db57-502a-414c-a50c-a2b7478dae97" providerId="ADAL" clId="{720A01F9-C5FB-A34C-B3F4-E3475887D59B}" dt="2026-04-27T22:46:05.194" v="2396" actId="1076"/>
          <ac:picMkLst>
            <pc:docMk/>
            <pc:sldMk cId="2077757391" sldId="4197"/>
            <ac:picMk id="1026" creationId="{0CE6AD9C-DB35-63FF-61FB-38818DF1C0BB}"/>
          </ac:picMkLst>
        </pc:picChg>
      </pc:sldChg>
      <pc:sldChg chg="addSp delSp modSp new mod">
        <pc:chgData name="Deepak Aggarwal" userId="1bd5db57-502a-414c-a50c-a2b7478dae97" providerId="ADAL" clId="{720A01F9-C5FB-A34C-B3F4-E3475887D59B}" dt="2026-04-27T22:49:38.681" v="2413" actId="9405"/>
        <pc:sldMkLst>
          <pc:docMk/>
          <pc:sldMk cId="2635433525" sldId="4198"/>
        </pc:sldMkLst>
        <pc:spChg chg="mod">
          <ac:chgData name="Deepak Aggarwal" userId="1bd5db57-502a-414c-a50c-a2b7478dae97" providerId="ADAL" clId="{720A01F9-C5FB-A34C-B3F4-E3475887D59B}" dt="2026-04-27T22:47:07.027" v="2399" actId="27636"/>
          <ac:spMkLst>
            <pc:docMk/>
            <pc:sldMk cId="2635433525" sldId="4198"/>
            <ac:spMk id="2" creationId="{87D8C320-AF45-BBD2-3971-A514367EDFB8}"/>
          </ac:spMkLst>
        </pc:spChg>
        <pc:picChg chg="add mod">
          <ac:chgData name="Deepak Aggarwal" userId="1bd5db57-502a-414c-a50c-a2b7478dae97" providerId="ADAL" clId="{720A01F9-C5FB-A34C-B3F4-E3475887D59B}" dt="2026-04-27T22:47:48.325" v="2404" actId="14100"/>
          <ac:picMkLst>
            <pc:docMk/>
            <pc:sldMk cId="2635433525" sldId="4198"/>
            <ac:picMk id="5" creationId="{1968ED8B-57AB-B2FA-B422-220C592ED0F0}"/>
          </ac:picMkLst>
        </pc:picChg>
        <pc:inkChg chg="add">
          <ac:chgData name="Deepak Aggarwal" userId="1bd5db57-502a-414c-a50c-a2b7478dae97" providerId="ADAL" clId="{720A01F9-C5FB-A34C-B3F4-E3475887D59B}" dt="2026-04-27T22:49:38.681" v="2413" actId="9405"/>
          <ac:inkMkLst>
            <pc:docMk/>
            <pc:sldMk cId="2635433525" sldId="4198"/>
            <ac:inkMk id="10" creationId="{00BAC403-0837-25E8-DA95-3CC2F7E1926C}"/>
          </ac:inkMkLst>
        </pc:inkChg>
      </pc:sldChg>
      <pc:sldChg chg="addSp delSp modSp new mod">
        <pc:chgData name="Deepak Aggarwal" userId="1bd5db57-502a-414c-a50c-a2b7478dae97" providerId="ADAL" clId="{720A01F9-C5FB-A34C-B3F4-E3475887D59B}" dt="2026-04-27T22:59:03.498" v="2510" actId="207"/>
        <pc:sldMkLst>
          <pc:docMk/>
          <pc:sldMk cId="2479932946" sldId="4199"/>
        </pc:sldMkLst>
        <pc:spChg chg="mod">
          <ac:chgData name="Deepak Aggarwal" userId="1bd5db57-502a-414c-a50c-a2b7478dae97" providerId="ADAL" clId="{720A01F9-C5FB-A34C-B3F4-E3475887D59B}" dt="2026-04-27T22:56:45.800" v="2461" actId="20577"/>
          <ac:spMkLst>
            <pc:docMk/>
            <pc:sldMk cId="2479932946" sldId="4199"/>
            <ac:spMk id="2" creationId="{2777E1A3-F01F-9FBD-F2A4-09877258F9AA}"/>
          </ac:spMkLst>
        </pc:spChg>
        <pc:spChg chg="mod">
          <ac:chgData name="Deepak Aggarwal" userId="1bd5db57-502a-414c-a50c-a2b7478dae97" providerId="ADAL" clId="{720A01F9-C5FB-A34C-B3F4-E3475887D59B}" dt="2026-04-27T22:59:03.498" v="2510" actId="207"/>
          <ac:spMkLst>
            <pc:docMk/>
            <pc:sldMk cId="2479932946" sldId="4199"/>
            <ac:spMk id="3" creationId="{9EDAC792-A5D9-A764-23D5-62206982463C}"/>
          </ac:spMkLst>
        </pc:spChg>
      </pc:sldChg>
      <pc:sldChg chg="modSp new mod modNotesTx">
        <pc:chgData name="Deepak Aggarwal" userId="1bd5db57-502a-414c-a50c-a2b7478dae97" providerId="ADAL" clId="{720A01F9-C5FB-A34C-B3F4-E3475887D59B}" dt="2026-04-28T16:05:26.267" v="2939" actId="255"/>
        <pc:sldMkLst>
          <pc:docMk/>
          <pc:sldMk cId="3159194300" sldId="4200"/>
        </pc:sldMkLst>
        <pc:spChg chg="mod">
          <ac:chgData name="Deepak Aggarwal" userId="1bd5db57-502a-414c-a50c-a2b7478dae97" providerId="ADAL" clId="{720A01F9-C5FB-A34C-B3F4-E3475887D59B}" dt="2026-04-28T08:59:34.885" v="2913" actId="403"/>
          <ac:spMkLst>
            <pc:docMk/>
            <pc:sldMk cId="3159194300" sldId="4200"/>
            <ac:spMk id="2" creationId="{BBE0374F-6C63-4ED1-E838-116A5AAD682D}"/>
          </ac:spMkLst>
        </pc:spChg>
        <pc:spChg chg="mod">
          <ac:chgData name="Deepak Aggarwal" userId="1bd5db57-502a-414c-a50c-a2b7478dae97" providerId="ADAL" clId="{720A01F9-C5FB-A34C-B3F4-E3475887D59B}" dt="2026-04-28T16:05:26.267" v="2939" actId="255"/>
          <ac:spMkLst>
            <pc:docMk/>
            <pc:sldMk cId="3159194300" sldId="4200"/>
            <ac:spMk id="3" creationId="{FD30970F-5FED-5D21-46E2-B1EB956BD503}"/>
          </ac:spMkLst>
        </pc:spChg>
      </pc:sldChg>
      <pc:sldChg chg="modSp new del mod">
        <pc:chgData name="Deepak Aggarwal" userId="1bd5db57-502a-414c-a50c-a2b7478dae97" providerId="ADAL" clId="{720A01F9-C5FB-A34C-B3F4-E3475887D59B}" dt="2026-05-05T22:50:58.223" v="2954" actId="2696"/>
        <pc:sldMkLst>
          <pc:docMk/>
          <pc:sldMk cId="1324250536" sldId="4201"/>
        </pc:sldMkLst>
        <pc:spChg chg="mod">
          <ac:chgData name="Deepak Aggarwal" userId="1bd5db57-502a-414c-a50c-a2b7478dae97" providerId="ADAL" clId="{720A01F9-C5FB-A34C-B3F4-E3475887D59B}" dt="2026-05-05T22:50:24.627" v="2951" actId="207"/>
          <ac:spMkLst>
            <pc:docMk/>
            <pc:sldMk cId="1324250536" sldId="4201"/>
            <ac:spMk id="2" creationId="{E883F574-1D07-44E3-AC80-6552104FA2BB}"/>
          </ac:spMkLst>
        </pc:spChg>
      </pc:sldChg>
    </pc:docChg>
  </pc:docChgLst>
  <pc:docChgLst>
    <pc:chgData name="Deepak Aggarwal" userId="1bd5db57-502a-414c-a50c-a2b7478dae97" providerId="ADAL" clId="{A8933340-CA75-4E44-A859-3DE862781E77}"/>
    <pc:docChg chg="delSld modSld">
      <pc:chgData name="Deepak Aggarwal" userId="1bd5db57-502a-414c-a50c-a2b7478dae97" providerId="ADAL" clId="{A8933340-CA75-4E44-A859-3DE862781E77}" dt="2025-12-02T11:17:27.005" v="12" actId="2696"/>
      <pc:docMkLst>
        <pc:docMk/>
      </pc:docMkLst>
      <pc:sldChg chg="modNotesTx">
        <pc:chgData name="Deepak Aggarwal" userId="1bd5db57-502a-414c-a50c-a2b7478dae97" providerId="ADAL" clId="{A8933340-CA75-4E44-A859-3DE862781E77}" dt="2025-12-02T11:15:10.753" v="0" actId="6549"/>
        <pc:sldMkLst>
          <pc:docMk/>
          <pc:sldMk cId="4130979012" sldId="256"/>
        </pc:sldMkLst>
      </pc:sldChg>
      <pc:sldChg chg="del">
        <pc:chgData name="Deepak Aggarwal" userId="1bd5db57-502a-414c-a50c-a2b7478dae97" providerId="ADAL" clId="{A8933340-CA75-4E44-A859-3DE862781E77}" dt="2025-12-02T11:17:25.416" v="11" actId="2696"/>
        <pc:sldMkLst>
          <pc:docMk/>
          <pc:sldMk cId="3142547103" sldId="282"/>
        </pc:sldMkLst>
      </pc:sldChg>
      <pc:sldChg chg="del">
        <pc:chgData name="Deepak Aggarwal" userId="1bd5db57-502a-414c-a50c-a2b7478dae97" providerId="ADAL" clId="{A8933340-CA75-4E44-A859-3DE862781E77}" dt="2025-12-02T11:17:27.005" v="12" actId="2696"/>
        <pc:sldMkLst>
          <pc:docMk/>
          <pc:sldMk cId="1923133268" sldId="288"/>
        </pc:sldMkLst>
      </pc:sldChg>
      <pc:sldChg chg="modNotesTx">
        <pc:chgData name="Deepak Aggarwal" userId="1bd5db57-502a-414c-a50c-a2b7478dae97" providerId="ADAL" clId="{A8933340-CA75-4E44-A859-3DE862781E77}" dt="2025-12-02T11:17:19.880" v="10" actId="6549"/>
        <pc:sldMkLst>
          <pc:docMk/>
          <pc:sldMk cId="390561910" sldId="296"/>
        </pc:sldMkLst>
      </pc:sldChg>
      <pc:sldChg chg="modNotesTx">
        <pc:chgData name="Deepak Aggarwal" userId="1bd5db57-502a-414c-a50c-a2b7478dae97" providerId="ADAL" clId="{A8933340-CA75-4E44-A859-3DE862781E77}" dt="2025-12-02T11:15:34.402" v="2" actId="6549"/>
        <pc:sldMkLst>
          <pc:docMk/>
          <pc:sldMk cId="3025771930" sldId="308"/>
        </pc:sldMkLst>
      </pc:sldChg>
      <pc:sldChg chg="modNotesTx">
        <pc:chgData name="Deepak Aggarwal" userId="1bd5db57-502a-414c-a50c-a2b7478dae97" providerId="ADAL" clId="{A8933340-CA75-4E44-A859-3DE862781E77}" dt="2025-12-02T11:16:05.698" v="5" actId="6549"/>
        <pc:sldMkLst>
          <pc:docMk/>
          <pc:sldMk cId="2243999622" sldId="310"/>
        </pc:sldMkLst>
      </pc:sldChg>
      <pc:sldChg chg="modNotesTx">
        <pc:chgData name="Deepak Aggarwal" userId="1bd5db57-502a-414c-a50c-a2b7478dae97" providerId="ADAL" clId="{A8933340-CA75-4E44-A859-3DE862781E77}" dt="2025-12-02T11:15:43.150" v="3" actId="6549"/>
        <pc:sldMkLst>
          <pc:docMk/>
          <pc:sldMk cId="4057055921" sldId="4168"/>
        </pc:sldMkLst>
      </pc:sldChg>
      <pc:sldChg chg="modNotesTx">
        <pc:chgData name="Deepak Aggarwal" userId="1bd5db57-502a-414c-a50c-a2b7478dae97" providerId="ADAL" clId="{A8933340-CA75-4E44-A859-3DE862781E77}" dt="2025-12-02T11:15:21.764" v="1" actId="6549"/>
        <pc:sldMkLst>
          <pc:docMk/>
          <pc:sldMk cId="4153123019" sldId="4177"/>
        </pc:sldMkLst>
      </pc:sldChg>
      <pc:sldChg chg="modNotesTx">
        <pc:chgData name="Deepak Aggarwal" userId="1bd5db57-502a-414c-a50c-a2b7478dae97" providerId="ADAL" clId="{A8933340-CA75-4E44-A859-3DE862781E77}" dt="2025-12-02T11:15:55.209" v="4" actId="6549"/>
        <pc:sldMkLst>
          <pc:docMk/>
          <pc:sldMk cId="308945967" sldId="4185"/>
        </pc:sldMkLst>
      </pc:sldChg>
      <pc:sldChg chg="modNotesTx">
        <pc:chgData name="Deepak Aggarwal" userId="1bd5db57-502a-414c-a50c-a2b7478dae97" providerId="ADAL" clId="{A8933340-CA75-4E44-A859-3DE862781E77}" dt="2025-12-02T11:16:35.478" v="7" actId="6549"/>
        <pc:sldMkLst>
          <pc:docMk/>
          <pc:sldMk cId="1009185607" sldId="4187"/>
        </pc:sldMkLst>
      </pc:sldChg>
      <pc:sldChg chg="modNotesTx">
        <pc:chgData name="Deepak Aggarwal" userId="1bd5db57-502a-414c-a50c-a2b7478dae97" providerId="ADAL" clId="{A8933340-CA75-4E44-A859-3DE862781E77}" dt="2025-12-02T11:16:20.350" v="6" actId="6549"/>
        <pc:sldMkLst>
          <pc:docMk/>
          <pc:sldMk cId="3847444703" sldId="4188"/>
        </pc:sldMkLst>
      </pc:sldChg>
      <pc:sldChg chg="modNotesTx">
        <pc:chgData name="Deepak Aggarwal" userId="1bd5db57-502a-414c-a50c-a2b7478dae97" providerId="ADAL" clId="{A8933340-CA75-4E44-A859-3DE862781E77}" dt="2025-12-02T11:16:57.577" v="8" actId="6549"/>
        <pc:sldMkLst>
          <pc:docMk/>
          <pc:sldMk cId="3445997994" sldId="4190"/>
        </pc:sldMkLst>
      </pc:sldChg>
      <pc:sldChg chg="modNotesTx">
        <pc:chgData name="Deepak Aggarwal" userId="1bd5db57-502a-414c-a50c-a2b7478dae97" providerId="ADAL" clId="{A8933340-CA75-4E44-A859-3DE862781E77}" dt="2025-12-02T11:17:09.213" v="9" actId="6549"/>
        <pc:sldMkLst>
          <pc:docMk/>
          <pc:sldMk cId="1870670015" sldId="419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22:49:38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8003 0 24575,'-13'0'0,"-9"0"0,9 0 0,-5 0 0,8 0 0,3 0 0,-3 0 0,3 0 0,-2 0 0,-2 3 0,1-2 0,-3 2 0,6-3 0,-3 0 0,3 0 0,-3 0 0,0 0 0,-9 4 0,4-3 0,-1 2 0,-2-3 0,7 3 0,-8-2 0,8 2 0,2-3 0,2 0 0,-3 0 0,3 0 0,-3 0 0,3 0 0,-3 0 0,3 0 0,-3 0 0,4 0 0,-4 0 0,2 0 0,-1 0 0,2 0 0,-3 0 0,3 0 0,-3 0 0,-5 0 0,6 0 0,-6 0 0,8 0 0,-2 0 0,1 0 0,-2 0 0,4 0 0,-9 0 0,6 0 0,-15 0 0,15 0 0,-6 0 0,9 0 0,-4 0 0,2 0 0,-1 3 0,2-2 0,-3 2 0,3-3 0,-3 0 0,3 0 0,-8 0 0,6 0 0,-14 0 0,14 0 0,-6 0 0,8 0 0,-2 0 0,1 0 0,-5 0 0,3 0 0,-1 0 0,-1 0 0,1 0 0,-2 0 0,2 0 0,-7 0 0,9 0 0,-6 0 0,6 0 0,1 0 0,-2 0 0,4 0 0,-4 0 0,3 0 0,-3 0 0,3 0 0,-3 0 0,3 0 0,-3 0 0,3 0 0,-2 0 0,1 0 0,-4 0 0,-4 0 0,4 0 0,-3 0 0,5 0 0,0 0 0,-1 0 0,-2 0 0,6 0 0,-6 0 0,3 0 0,-1 0 0,2 0 0,2 0 0,-3 5 0,3-3 0,-6 4 0,3-6 0,-1 0 0,-2 0 0,3 0 0,-1 0 0,-1 3 0,1-2 0,1 1 0,0-2 0,3 0 0,-2 0 0,-2 0 0,-8 0 0,7 0 0,-3 0 0,0 0 0,4 0 0,-14 0 0,5 0 0,-5 0 0,4 0 0,3 0 0,7 0 0,-2 0 0,3 0 0,-1 0 0,2 0 0,-6 0 0,3 0 0,-4 0 0,3 0 0,3 0 0,-1 0 0,-17 0 0,9 0 0,-11 0 0,-4 0 0,20 0 0,-29 0 0,28 0 0,-19 0 0,20 0 0,-5 0 0,5 0 0,-5 0 0,8 0 0,-7 0 0,7 0 0,1 0 0,0 0 0,3 0 0,-8 0 0,6 0 0,-6 0 0,5 0 0,0 0 0,0 0 0,-3 0 0,5 0 0,-4 0 0,1 0 0,1 0 0,0 0 0,3 0 0,-2 0 0,1 0 0,-2 0 0,4 0 0,-4 0 0,-1 0 0,1 0 0,-8 0 0,6 0 0,-12 0 0,-6 0 0,7 0 0,-20 0 0,25 0 0,-16 0 0,20 0 0,-11 0 0,11 0 0,-5 0 0,8 0 0,2 0 0,2 0 0,-3 0 0,3 0 0,-3 0 0,3 0 0,-3 0 0,3 0 0,-3 0 0,3 0 0,-2 0 0,1 0 0,-1 0 0,2 0 0,-3 0 0,3 0 0,-3 0 0,3 0 0,-3 0 0,3 0 0,-3 0 0,-5 0 0,3 0 0,-3 0 0,2 0 0,2 0 0,1 0 0,-8 0 0,9 0 0,-6 0 0,5 0 0,3 0 0,-6 0 0,-3 0 0,4 0 0,-11 0 0,14 0 0,-9 0 0,8 0 0,-4 0 0,4 0 0,-3 0 0,2 0 0,1 0 0,-3 0 0,6 0 0,-3 0 0,3 0 0,-8 0 0,6 0 0,-6 0 0,6 0 0,1 0 0,-5 0 0,-2 0 0,3 0 0,-12 0 0,15 0 0,-6 0 0,9 0 0,-4 0 0,2 0 0,-1 0 0,2 0 0,0 0 0,1 0 0,-4 0 0,2 0 0,-4 0 0,1 0 0,1 0 0,-3 0 0,6 0 0,-3 0 0,3 0 0,-3 0 0,3 0 0,-3 0 0,3 0 0,-2 0 0,-2 0 0,-8 0 0,8 0 0,-4 0 0,8 0 0,-3 0 0,3 0 0,-3 0 0,3 0 0,-3 0 0,3 0 0,-3 0 0,4 0 0,-4 0 0,2 0 0,-1 0 0,2 0 0,-3 0 0,3 0 0,-3 0 0,3 0 0,-8 0 0,3 0 0,-12 0 0,12 0 0,-11 0 0,14 0 0,-9 0 0,8 0 0,-1 0 0,1 0 0,4 0 0,-4 0 0,2 0 0,-4 0 0,1 0 0,1 0 0,0 0 0,3 0 0,-2 0 0,1 0 0,-2 0 0,4 0 0,-4 0 0,2 0 0,-4 3 0,1-2 0,1 2 0,0-3 0,3 0 0,-2 0 0,1 3 0,-2-2 0,4 2 0,-4-3 0,3 0 0,-3 0 0,0 6 0,3-5 0,-3 5 0,3-6 0,0 0 0,-2 0 0,1 0 0,-1 0 0,2 0 0,-3 0 0,0 0 0,-1 0 0,-2 0 0,6 0 0,-3 0 0,4 0 0,-4 0 0,2 0 0,-4 0 0,1 0 0,-8 0 0,5 0 0,-2 0 0,6 0 0,3 0 0,-2 0 0,1 0 0,-5 0 0,3 0 0,-1 0 0,2 0 0,2 0 0,-3 0 0,3 0 0,-3 0 0,-5 0 0,6 0 0,-9 0 0,2 0 0,1 0 0,-9 0 0,12 0 0,-3 0 0,6 0 0,1 0 0,-2 0 0,4 0 0,-4 0 0,-1 0 0,1 0 0,-3 0 0,3 0 0,-1 0 0,-1 0 0,4 0 0,-2 0 0,4 0 0,-1 0 0,0 0 0,1 0 0,-1 0 0,0 0 0,-8 0 0,6 0 0,-6 0 0,5 0 0,3 0 0,-3 0 0,-5 0 0,3 0 0,-4 0 0,-2 0 0,10 0 0,-8 0 0,1 0 0,7 0 0,-8 0 0,7 0 0,-2 0 0,1 0 0,-8 0 0,9 0 0,-15 0 0,16 0 0,-8 0 0,10 0 0,-4 0 0,3 0 0,-6 0 0,2 0 0,1 0 0,-3 0 0,3 0 0,-1 0 0,-1 0 0,1 0 0,1 0 0,0 0 0,3 0 0,-3 0 0,3 0 0,-3 0 0,-5 0 0,-2 0 0,-28 0 0,20 0 0,-19 0 0,14 0 0,2-4 0,-2 3 0,6-2 0,4 3 0,-6 0 0,6 0 0,-14 0 0,11 0 0,-12 0 0,10 0 0,4 0 0,3 0 0,4 0 0,-14 0 0,5 0 0,-12 0 0,9 0 0,9 0 0,-1 0 0,7 0 0,1 0 0,-3 0 0,3 0 0,-1 0 0,1 0 0,4 0 0,-9 0 0,6 0 0,-6 0 0,5 0 0,3 0 0,-3 0 0,3 0 0,-3 0 0,3 0 0,-3-3 0,3 2 0,-2-2 0,1 3 0,-1 0 0,-7 0 0,8 0 0,-7 0 0,5 0 0,-1 0 0,-2 0 0,-6 0 0,4 0 0,-19 0 0,12 0 0,-8-3 0,5 2 0,11-2 0,-5-3 0,8 5 0,-1-5 0,-4 2 0,1 3 0,-9-7 0,9 7 0,-9-3 0,9 1 0,-1 3 0,3-3 0,3 3 0,0 0 0,-9 0 0,8 0 0,-23 0 0,11 0 0,-4 0 0,12 0 0,8 0 0,-2 0 0,1 0 0,-2 0 0,4 0 0,-4 0 0,2 0 0,-1 0 0,2 0 0,0 0 0,-2 0 0,1 0 0,-10 0 0,6 0 0,-4 0 0,4 0 0,4 0 0,-2 0 0,4 0 0,-9 0 0,6 0 0,-6 0 0,0 4 0,3-4 0,-7 4 0,5-4 0,1 3 0,3 1 0,0-1 0,3 0 0,-8-3 0,6 0 0,-6 0 0,8 0 0,-2 0 0,1 0 0,-2 0 0,4 3 0,-4-2 0,3 2 0,-3-3 0,3 0 0,-3 0 0,3 0 0,-3 3 0,3-2 0,-2 2 0,1-3 0,-4 0 0,-4 0 0,4 0 0,-12 0 0,13 0 0,-14 0 0,11 0 0,-11 0 0,14 0 0,-4 0 0,8 0 0,-3 0 0,3 0 0,-3 0 0,3 0 0,-3 0 0,3 0 0,-3 0 0,4 0 0,-4 0 0,2 0 0,-1 0 0,2 0 0,-3 0 0,0 0 0,-4 0 0,1 0 0,2 0 0,-7 3 0,1-2 0,-3 3 0,1-4 0,0 0 0,4 0 0,0 0 0,2 0 0,5 0 0,-1 0 0,2 0 0,-3 0 0,3 0 0,-3 0 0,3 0 0,-2 6 0,1-4 0,-5 3 0,3-5 0,-1 0 0,2 0 0,2 0 0,-3 0 0,3 0 0,-6 3 0,-3-2 0,-14 2 0,2-3 0,-17 0 0,7 0 0,6 0 0,3 3 0,19-2 0,0 5 0,-15 0 0,14 1 0,-14-1 0,16-3 0,1-3 0,-2 0 0,4 0 0,-1 3 0,0-3 0,0 6 0,1 1 0,2 0 0,-2 6 0,2-6 0,0 3 0,-5 0 0,5 0 0,-3 0 0,1 0 0,6-4 0,-6 1 0,5 3 0,-2-3 0,0 3 0,-1-4 0,0 4 0,1-3 0,3 3 0,-3-4 0,3 4 0,-3-3 0,3 3 0,0-3 0,0 2 0,-3-1 0,2 1 0,-2-2 0,0 2 0,2 2 0,-5-1 0,-2 8 0,0-9 0,-3 6 0,4-9 0,0 1 0,0 3 0,1-3 0,2 6 0,-2-6 0,5 3 0,-2-4 0,3 4 0,0-3 0,0 3 0,3-1 0,4-1 0,0 1 0,3-2 0,-4 0 0,1-4 0,0 3 0,-1-5 0,1 5 0,0-3 0,-1 4 0,1-3 0,-1 2 0,-2 0 0,-1 2 0,-3 1 0,0-2 0,0 2 0,-3-1 0,2 1 0,-2-2 0,3 3 0,0-3 0,0 3 0,0-4 0,0 4 0,0-3 0,3 3 0,1-4 0,0 4 0,-2-3 0,1 3 0,-2-3 0,8 2 0,-5-2 0,6 3 0,-3-3 0,-1-1 0,1-2 0,0-1 0,-1 0 0,4 1 0,-3 2 0,3-2 0,-4-1 0,4-3 0,-3 0 0,3 3 0,-4-3 0,4 3 0,-3 0 0,3-2 0,-3 2 0,8-3 0,-7 0 0,10 6 0,-7-5 0,17 5 0,-11-6 0,17 4 0,-14-3 0,0 3 0,4 0 0,6-4 0,18 10 0,2-3 0,-11 4 0,-12-3 0,-16-4 0,-1 2 0,0-5 0,5 2 0,-7 0 0,7-3 0,-5 3 0,0 3 0,1-4 0,16 9 0,3-4 0,2-1 0,2 3 0,-22-8 0,3 3 0,-6-4 0,-1 0 0,1 0 0,6 0 0,2 7 0,9-5 0,19 6 0,-15-8 0,25 0 0,22 0 0,-10 0 0,32 0 0,-30 0 0,10 0 0,-16 0 0,3 0 0,-28 0 0,7 0 0,-17 0 0,2 0 0,-11 0 0,-6 0 0,0 0 0,1 0 0,4-4 0,2 3 0,0-6 0,5 3 0,-5-8 0,0 7 0,-2-3 0,1 4 0,-4 3 0,3-6 0,-4 7 0,-1-6 0,6-3 0,-7 4 0,11-2 0,-11 4 0,6-1 0,-4 0 0,-4 1 0,8 3 0,-9-3 0,14 3 0,-11-6 0,12 1 0,-10-2 0,2 3 0,-3 1 0,-3 3 0,9 0 0,-7 0 0,6 0 0,-3 0 0,-3 0 0,11 0 0,-11 0 0,22 0 0,-17 0 0,17 0 0,-4 0 0,-2 0 0,26 0 0,-14 0 0,18 0 0,-26 0 0,-4 0 0,-17 0 0,-2 0 0,6 0 0,-3 0 0,22 0 0,8 0 0,18 0 0,19 0 0,-7 0 0,-13 0 0,-14 0 0,-9 0 0,-8 0 0,-2 3 0,-11-3 0,-8 3 0,3-3 0,0 0 0,0 0 0,8 0 0,-6 0 0,12 0 0,-9 0 0,9 0 0,-13 0 0,4 0 0,-5 0 0,-3 0 0,3 0 0,5 0 0,-3 0 0,22 0 0,-17 0 0,17 0 0,-20 0 0,10 0 0,-9 0 0,4 0 0,-6 3 0,-3-2 0,3 2 0,-3-3 0,9 0 0,1 0 0,15 0 0,23 0 0,4 12 0,37-9 0,-5 10-557,-38-10 0,1 1 557,0 0 0,0 1 0,-4 3 0,-2-1-395,31 2 395,-16-2 0,-33-7 0,1 0 0,-20 3 0,20-2 1091,-20 2-1091,29-3 418,-4 0-418,-4 0 0,28 0 0,-28 0 0,32 6 0,-27-5 0,-3 5 0,-19-6 0,-8 0 0,0 0 0,0 0 0,-3 0 0,2 0 0,2 0 0,7 0 0,2 0 0,16 0 0,-9 0 0,3 0 0,4 0 0,-20 0 0,19 0 0,-21 0 0,12 0 0,-12 0 0,3 0 0,0 0 0,2 0 0,18 0 0,3 0 0,-6 0 0,12 0 0,-12 0 0,0 0 0,2 0 0,-19 0 0,19 0 0,-12 0 0,5 0 0,-9 0 0,8 0 0,-4 0 0,8-2 0,-14 1 0,2-2 0,8 3 0,-3-6 0,21 4 0,-12-9 0,0 10 0,22-5 0,-29 3 0,39 2 0,-39-3 0,19 0 0,-30 3 0,5-6 0,-8 4 0,1-1 0,4 1 0,-4 0 0,21 2 0,-14-6 0,16 6 0,1-3 0,-9 4 0,18 0 0,-17 0 0,-1-2 0,-9 1 0,-2-6 0,-4 3 0,3-1 0,9 2 0,-13 3 0,17 0 0,-17-3 0,7 3 0,-3-3 0,1 3 0,21-6 0,-15 4 0,33-9 0,-27 9 0,17-3 0,-17 5 0,-1 0 0,-4-4 0,-14 0 0,9 0 0,-3 1 0,0 0 0,19 2 0,-2-2 0,25 3 0,3 0 0,10 0 0,-21 0 0,6 0 0,-27 0 0,-1-3 0,-12 2 0,-5-5 0,-3 5 0,5-5 0,-4 3 0,4-1 0,-1-2 0,8 5 0,-8-5 0,4 5 0,-8-2 0,2 3 0,-1-3 0,1 3 0,1-6 0,-3 2 0,3 0 0,-3 1 0,-1 0 0,4 0 0,-3-1 0,6-2 0,2 5 0,6-9 0,-4 8 0,-2-6 0,-9 5 0,1 2 0,8-6 0,-7 7 0,7-4 0,-5 4 0,-3-3 0,3 2 0,-3-2 0,2 3 0,2 0 0,-1 0 0,8 0 0,-6 0 0,6 0 0,-4 0 0,-1-3 0,-3-1 0,0 1 0,0 0 0,0 3 0,0 0 0,0 0 0,-4 0 0,9-4 0,-6 3 0,6-3 0,-5 4 0,-3-3 0,3-1 0,-4-2 0,1-1 0,0 0 0,-1 0 0,-2 1 0,-1-4 0,0 2 0,-3-1 0,3-1 0,0 2 0,-2-4 0,2 1 0,-3-2 0,0 2 0,0-7 0,0 7 0,0-8 0,0 8 0,0 1 0,0-5 0,0 7 0,0-8 0,0 10 0,0-4 0,0 3 0,0-3 0,-3 3 0,-1 0 0,-2-2 0,-1 1 0,0-2 0,-3 1 0,3-2 0,-6-2 0,6-1 0,-3 4 0,3 0 0,1 3 0,2 1 0,1-1 0,0 0 0,2 1 0,-2-4 0,-3-1 0,5 1 0,-8-3 0,8 6 0,-5-3 0,5 3 0,-2-2 0,3 1 0,0-5 0,0 3 0,0-1 0,-3 2 0,2 2 0,-2-3 0,0 3 0,0-3 0,-4 0 0,0 3 0,1-3 0,-4 0 0,2 3 0,-1-3 0,2 3 0,3 4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8C5BE-9BD1-49FC-838E-49599207D46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4C5E8-2AF3-49FD-9E39-50122889B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70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312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77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293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290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06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65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45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73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224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868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4C5E8-2AF3-49FD-9E39-50122889BB4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89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-876" y="1879347"/>
            <a:ext cx="12192000" cy="3402772"/>
          </a:xfrm>
          <a:prstGeom prst="rect">
            <a:avLst/>
          </a:prstGeom>
          <a:solidFill>
            <a:srgbClr val="0072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73" y="506543"/>
            <a:ext cx="3240000" cy="673515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5282120"/>
            <a:ext cx="12192000" cy="583836"/>
          </a:xfrm>
          <a:prstGeom prst="rect">
            <a:avLst/>
          </a:prstGeom>
          <a:solidFill>
            <a:srgbClr val="003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ubtitle 8"/>
          <p:cNvSpPr>
            <a:spLocks noGrp="1"/>
          </p:cNvSpPr>
          <p:nvPr>
            <p:ph type="subTitle" idx="4294967295"/>
          </p:nvPr>
        </p:nvSpPr>
        <p:spPr>
          <a:xfrm>
            <a:off x="541173" y="3213396"/>
            <a:ext cx="11107902" cy="5032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endParaRPr lang="en-GB" sz="1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 idx="4294967295"/>
          </p:nvPr>
        </p:nvSpPr>
        <p:spPr>
          <a:xfrm>
            <a:off x="541173" y="2451645"/>
            <a:ext cx="11107902" cy="52387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l"/>
            <a:endParaRPr lang="en-GB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5865955"/>
            <a:ext cx="12192000" cy="338449"/>
          </a:xfrm>
          <a:prstGeom prst="rect">
            <a:avLst/>
          </a:prstGeom>
          <a:solidFill>
            <a:srgbClr val="68A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37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3894" y="355288"/>
            <a:ext cx="11313757" cy="5693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63894" y="1708151"/>
            <a:ext cx="11313757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altLang="en-US"/>
              <a:t>Click to add text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079787"/>
            <a:ext cx="12192000" cy="778213"/>
          </a:xfrm>
          <a:prstGeom prst="rect">
            <a:avLst/>
          </a:prstGeom>
          <a:solidFill>
            <a:srgbClr val="003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5" y="6233465"/>
            <a:ext cx="2340000" cy="47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4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363894" y="355288"/>
            <a:ext cx="11313757" cy="569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2"/>
          </p:nvPr>
        </p:nvSpPr>
        <p:spPr>
          <a:xfrm>
            <a:off x="363894" y="1708151"/>
            <a:ext cx="11313757" cy="406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0" y="6079787"/>
            <a:ext cx="12192000" cy="778213"/>
          </a:xfrm>
          <a:prstGeom prst="rect">
            <a:avLst/>
          </a:prstGeom>
          <a:solidFill>
            <a:srgbClr val="003E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895" y="6233465"/>
            <a:ext cx="2340000" cy="4703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31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12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10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geant.org/display/MyAccessI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idx="4294967295"/>
          </p:nvPr>
        </p:nvSpPr>
        <p:spPr>
          <a:xfrm>
            <a:off x="541172" y="2195200"/>
            <a:ext cx="11266515" cy="1200328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Arial"/>
                <a:cs typeface="Arial"/>
              </a:rPr>
              <a:t>Identity Connectors: Extending Authentication Beyond </a:t>
            </a:r>
            <a:r>
              <a:rPr lang="en-GB" sz="3600" dirty="0" err="1">
                <a:solidFill>
                  <a:schemeClr val="bg1"/>
                </a:solidFill>
                <a:latin typeface="Arial"/>
                <a:cs typeface="Arial"/>
              </a:rPr>
              <a:t>MyAccessID</a:t>
            </a:r>
            <a:r>
              <a:rPr lang="en-GB" sz="3600" dirty="0">
                <a:solidFill>
                  <a:schemeClr val="bg1"/>
                </a:solidFill>
                <a:latin typeface="Arial"/>
                <a:cs typeface="Arial"/>
              </a:rPr>
              <a:t> Federation</a:t>
            </a:r>
            <a:br>
              <a:rPr lang="en-GB" sz="3600" dirty="0">
                <a:solidFill>
                  <a:schemeClr val="bg1"/>
                </a:solidFill>
                <a:latin typeface="Arial"/>
                <a:cs typeface="Arial"/>
              </a:rPr>
            </a:br>
            <a:endParaRPr lang="en-GB" sz="3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0DAE8-46C3-BF4B-4A3C-B510508B237A}"/>
              </a:ext>
            </a:extLst>
          </p:cNvPr>
          <p:cNvSpPr txBox="1"/>
          <p:nvPr/>
        </p:nvSpPr>
        <p:spPr>
          <a:xfrm>
            <a:off x="1696278" y="4306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 Placeholder 2" descr="Division name appears here">
            <a:extLst>
              <a:ext uri="{FF2B5EF4-FFF2-40B4-BE49-F238E27FC236}">
                <a16:creationId xmlns:a16="http://schemas.microsoft.com/office/drawing/2014/main" id="{79B3DD1D-5698-F294-EA20-94C46FC94A59}"/>
              </a:ext>
            </a:extLst>
          </p:cNvPr>
          <p:cNvSpPr txBox="1">
            <a:spLocks/>
          </p:cNvSpPr>
          <p:nvPr/>
        </p:nvSpPr>
        <p:spPr>
          <a:xfrm>
            <a:off x="541174" y="5398082"/>
            <a:ext cx="5303572" cy="338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defPPr>
              <a:defRPr lang="en-US"/>
            </a:defPPr>
            <a:lvl1pPr marL="0" indent="0" algn="l" defTabSz="914400" rtl="0" eaLnBrk="1" latinLnBrk="0" hangingPunct="1"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/>
                <a:cs typeface="Arial"/>
              </a:rPr>
              <a:t>Deepak Aggarwal, Research Computing Services </a:t>
            </a:r>
            <a:endParaRPr lang="en-US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4979ECC-FDD5-EE7F-1FA9-9A7A7E78FBF5}"/>
              </a:ext>
            </a:extLst>
          </p:cNvPr>
          <p:cNvSpPr/>
          <p:nvPr/>
        </p:nvSpPr>
        <p:spPr>
          <a:xfrm>
            <a:off x="7692373" y="315012"/>
            <a:ext cx="1070610" cy="1078230"/>
          </a:xfrm>
          <a:custGeom>
            <a:avLst/>
            <a:gdLst/>
            <a:ahLst/>
            <a:cxnLst/>
            <a:rect l="l" t="t" r="r" b="b"/>
            <a:pathLst>
              <a:path w="1070609" h="1078229">
                <a:moveTo>
                  <a:pt x="479882" y="0"/>
                </a:moveTo>
                <a:lnTo>
                  <a:pt x="362266" y="68186"/>
                </a:lnTo>
                <a:lnTo>
                  <a:pt x="361162" y="68186"/>
                </a:lnTo>
                <a:lnTo>
                  <a:pt x="358533" y="70370"/>
                </a:lnTo>
                <a:lnTo>
                  <a:pt x="345554" y="77863"/>
                </a:lnTo>
                <a:lnTo>
                  <a:pt x="298653" y="91821"/>
                </a:lnTo>
                <a:lnTo>
                  <a:pt x="283667" y="107607"/>
                </a:lnTo>
                <a:lnTo>
                  <a:pt x="160362" y="114554"/>
                </a:lnTo>
                <a:lnTo>
                  <a:pt x="138150" y="198132"/>
                </a:lnTo>
                <a:lnTo>
                  <a:pt x="137934" y="199021"/>
                </a:lnTo>
                <a:lnTo>
                  <a:pt x="122891" y="255562"/>
                </a:lnTo>
                <a:lnTo>
                  <a:pt x="103771" y="327583"/>
                </a:lnTo>
                <a:lnTo>
                  <a:pt x="93065" y="339940"/>
                </a:lnTo>
                <a:lnTo>
                  <a:pt x="84378" y="400545"/>
                </a:lnTo>
                <a:lnTo>
                  <a:pt x="22428" y="633501"/>
                </a:lnTo>
                <a:lnTo>
                  <a:pt x="22212" y="634390"/>
                </a:lnTo>
                <a:lnTo>
                  <a:pt x="11684" y="673938"/>
                </a:lnTo>
                <a:lnTo>
                  <a:pt x="0" y="717956"/>
                </a:lnTo>
                <a:lnTo>
                  <a:pt x="103555" y="785253"/>
                </a:lnTo>
                <a:lnTo>
                  <a:pt x="108724" y="806437"/>
                </a:lnTo>
                <a:lnTo>
                  <a:pt x="142481" y="841844"/>
                </a:lnTo>
                <a:lnTo>
                  <a:pt x="150063" y="854900"/>
                </a:lnTo>
                <a:lnTo>
                  <a:pt x="151269" y="858024"/>
                </a:lnTo>
                <a:lnTo>
                  <a:pt x="152247" y="858647"/>
                </a:lnTo>
                <a:lnTo>
                  <a:pt x="220433" y="976249"/>
                </a:lnTo>
                <a:lnTo>
                  <a:pt x="602195" y="1077823"/>
                </a:lnTo>
                <a:lnTo>
                  <a:pt x="719696" y="1009688"/>
                </a:lnTo>
                <a:lnTo>
                  <a:pt x="720794" y="1009688"/>
                </a:lnTo>
                <a:lnTo>
                  <a:pt x="723404" y="1007554"/>
                </a:lnTo>
                <a:lnTo>
                  <a:pt x="736511" y="999972"/>
                </a:lnTo>
                <a:lnTo>
                  <a:pt x="783424" y="986015"/>
                </a:lnTo>
                <a:lnTo>
                  <a:pt x="811390" y="956538"/>
                </a:lnTo>
                <a:lnTo>
                  <a:pt x="843800" y="937755"/>
                </a:lnTo>
                <a:lnTo>
                  <a:pt x="933399" y="919251"/>
                </a:lnTo>
                <a:lnTo>
                  <a:pt x="945779" y="872655"/>
                </a:lnTo>
                <a:lnTo>
                  <a:pt x="535800" y="872655"/>
                </a:lnTo>
                <a:lnTo>
                  <a:pt x="532976" y="870331"/>
                </a:lnTo>
                <a:lnTo>
                  <a:pt x="532358" y="870331"/>
                </a:lnTo>
                <a:lnTo>
                  <a:pt x="472427" y="821283"/>
                </a:lnTo>
                <a:lnTo>
                  <a:pt x="431977" y="812317"/>
                </a:lnTo>
                <a:lnTo>
                  <a:pt x="429221" y="812139"/>
                </a:lnTo>
                <a:lnTo>
                  <a:pt x="428459" y="811517"/>
                </a:lnTo>
                <a:lnTo>
                  <a:pt x="349885" y="794118"/>
                </a:lnTo>
                <a:lnTo>
                  <a:pt x="348762" y="792391"/>
                </a:lnTo>
                <a:lnTo>
                  <a:pt x="348950" y="792391"/>
                </a:lnTo>
                <a:lnTo>
                  <a:pt x="346405" y="791806"/>
                </a:lnTo>
                <a:lnTo>
                  <a:pt x="219900" y="594207"/>
                </a:lnTo>
                <a:lnTo>
                  <a:pt x="237236" y="515950"/>
                </a:lnTo>
                <a:lnTo>
                  <a:pt x="236969" y="514972"/>
                </a:lnTo>
                <a:lnTo>
                  <a:pt x="237998" y="512330"/>
                </a:lnTo>
                <a:lnTo>
                  <a:pt x="255701" y="432511"/>
                </a:lnTo>
                <a:lnTo>
                  <a:pt x="249999" y="378599"/>
                </a:lnTo>
                <a:lnTo>
                  <a:pt x="327583" y="329412"/>
                </a:lnTo>
                <a:lnTo>
                  <a:pt x="328574" y="327583"/>
                </a:lnTo>
                <a:lnTo>
                  <a:pt x="341820" y="320357"/>
                </a:lnTo>
                <a:lnTo>
                  <a:pt x="515950" y="209905"/>
                </a:lnTo>
                <a:lnTo>
                  <a:pt x="924465" y="209905"/>
                </a:lnTo>
                <a:lnTo>
                  <a:pt x="861682" y="101587"/>
                </a:lnTo>
                <a:lnTo>
                  <a:pt x="479882" y="0"/>
                </a:lnTo>
                <a:close/>
              </a:path>
              <a:path w="1070609" h="1078229">
                <a:moveTo>
                  <a:pt x="924465" y="209905"/>
                </a:moveTo>
                <a:lnTo>
                  <a:pt x="515950" y="209905"/>
                </a:lnTo>
                <a:lnTo>
                  <a:pt x="562686" y="237820"/>
                </a:lnTo>
                <a:lnTo>
                  <a:pt x="642912" y="255562"/>
                </a:lnTo>
                <a:lnTo>
                  <a:pt x="645629" y="255739"/>
                </a:lnTo>
                <a:lnTo>
                  <a:pt x="646341" y="256324"/>
                </a:lnTo>
                <a:lnTo>
                  <a:pt x="725004" y="273761"/>
                </a:lnTo>
                <a:lnTo>
                  <a:pt x="726173" y="275590"/>
                </a:lnTo>
                <a:lnTo>
                  <a:pt x="728446" y="276072"/>
                </a:lnTo>
                <a:lnTo>
                  <a:pt x="855002" y="473671"/>
                </a:lnTo>
                <a:lnTo>
                  <a:pt x="837653" y="552018"/>
                </a:lnTo>
                <a:lnTo>
                  <a:pt x="837869" y="552919"/>
                </a:lnTo>
                <a:lnTo>
                  <a:pt x="836891" y="555409"/>
                </a:lnTo>
                <a:lnTo>
                  <a:pt x="827747" y="596620"/>
                </a:lnTo>
                <a:lnTo>
                  <a:pt x="847991" y="674611"/>
                </a:lnTo>
                <a:lnTo>
                  <a:pt x="672299" y="786053"/>
                </a:lnTo>
                <a:lnTo>
                  <a:pt x="671929" y="786409"/>
                </a:lnTo>
                <a:lnTo>
                  <a:pt x="671766" y="786409"/>
                </a:lnTo>
                <a:lnTo>
                  <a:pt x="535800" y="872655"/>
                </a:lnTo>
                <a:lnTo>
                  <a:pt x="945779" y="872655"/>
                </a:lnTo>
                <a:lnTo>
                  <a:pt x="1001890" y="661593"/>
                </a:lnTo>
                <a:lnTo>
                  <a:pt x="1001890" y="661454"/>
                </a:lnTo>
                <a:lnTo>
                  <a:pt x="1036624" y="530758"/>
                </a:lnTo>
                <a:lnTo>
                  <a:pt x="1041984" y="510730"/>
                </a:lnTo>
                <a:lnTo>
                  <a:pt x="1070381" y="403885"/>
                </a:lnTo>
                <a:lnTo>
                  <a:pt x="1001801" y="343281"/>
                </a:lnTo>
                <a:lnTo>
                  <a:pt x="982980" y="310819"/>
                </a:lnTo>
                <a:lnTo>
                  <a:pt x="973353" y="271348"/>
                </a:lnTo>
                <a:lnTo>
                  <a:pt x="939596" y="235991"/>
                </a:lnTo>
                <a:lnTo>
                  <a:pt x="931964" y="222783"/>
                </a:lnTo>
                <a:lnTo>
                  <a:pt x="930808" y="219798"/>
                </a:lnTo>
                <a:lnTo>
                  <a:pt x="929868" y="219227"/>
                </a:lnTo>
                <a:lnTo>
                  <a:pt x="924465" y="209905"/>
                </a:lnTo>
                <a:close/>
              </a:path>
              <a:path w="1070609" h="1078229">
                <a:moveTo>
                  <a:pt x="532714" y="870115"/>
                </a:moveTo>
                <a:lnTo>
                  <a:pt x="532358" y="870331"/>
                </a:lnTo>
                <a:lnTo>
                  <a:pt x="532976" y="870331"/>
                </a:lnTo>
                <a:lnTo>
                  <a:pt x="532714" y="870115"/>
                </a:lnTo>
                <a:close/>
              </a:path>
            </a:pathLst>
          </a:custGeom>
          <a:solidFill>
            <a:srgbClr val="008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AC703-8322-2D52-9072-376C91EC0774}"/>
              </a:ext>
            </a:extLst>
          </p:cNvPr>
          <p:cNvSpPr txBox="1"/>
          <p:nvPr/>
        </p:nvSpPr>
        <p:spPr>
          <a:xfrm>
            <a:off x="8747279" y="285246"/>
            <a:ext cx="2946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cs typeface="Cambay Devanagari" pitchFamily="2" charset="77"/>
              </a:rPr>
              <a:t>National Federated </a:t>
            </a:r>
          </a:p>
          <a:p>
            <a:r>
              <a:rPr lang="en-US" sz="2400" b="1" dirty="0">
                <a:latin typeface="Cambria" panose="02040503050406030204" pitchFamily="18" charset="0"/>
                <a:cs typeface="Cambay Devanagari" pitchFamily="2" charset="77"/>
              </a:rPr>
              <a:t>Compute Services</a:t>
            </a:r>
          </a:p>
          <a:p>
            <a:r>
              <a:rPr lang="en-US" sz="2400" dirty="0" err="1">
                <a:latin typeface="Cambria" panose="02040503050406030204" pitchFamily="18" charset="0"/>
              </a:rPr>
              <a:t>NetworkPlus</a:t>
            </a:r>
            <a:endParaRPr lang="en-US" sz="2400" dirty="0">
              <a:latin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61A32-859D-3C65-B019-C37FC65FA23A}"/>
              </a:ext>
            </a:extLst>
          </p:cNvPr>
          <p:cNvSpPr txBox="1"/>
          <p:nvPr/>
        </p:nvSpPr>
        <p:spPr>
          <a:xfrm>
            <a:off x="6174429" y="4885212"/>
            <a:ext cx="598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dirty="0" err="1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MyAccessID</a:t>
            </a:r>
            <a:r>
              <a:rPr lang="en-US" sz="2000" b="0" i="0" u="none" strike="noStrike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 Online Workshop – 28 April 2026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097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815E91-B07E-BBA3-7E66-9CC7993BA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Recap: </a:t>
            </a:r>
            <a:r>
              <a:rPr lang="en-GB" sz="3600" dirty="0" err="1">
                <a:solidFill>
                  <a:schemeClr val="tx1"/>
                </a:solidFill>
              </a:rPr>
              <a:t>MyAccessID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C22D9-BA40-6023-AF5E-6A9E1F8819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63894" y="1584581"/>
            <a:ext cx="11313757" cy="4067175"/>
          </a:xfrm>
        </p:spPr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Federated Identity via </a:t>
            </a: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on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eduGAIN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</a:p>
          <a:p>
            <a:pPr marL="1485900" lvl="2"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Trusted authentication</a:t>
            </a:r>
          </a:p>
          <a:p>
            <a:pPr marL="1485900" lvl="2"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identifiers</a:t>
            </a:r>
          </a:p>
          <a:p>
            <a:pPr marL="1485900" lvl="2"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 assurance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 well for academic users and DRIs can provide the services trusting authentication with </a:t>
            </a: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/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 algn="ctr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DRIs onboard and support users who cannot use </a:t>
            </a:r>
            <a:r>
              <a:rPr lang="en-GB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0A240-C5D9-BD82-8EF4-0A3EB0A1AA32}"/>
              </a:ext>
            </a:extLst>
          </p:cNvPr>
          <p:cNvSpPr txBox="1"/>
          <p:nvPr/>
        </p:nvSpPr>
        <p:spPr>
          <a:xfrm>
            <a:off x="6685006" y="5775326"/>
            <a:ext cx="549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MyAccessID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https://wiki.geant.org/display/MyAccessID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2306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5114A-5396-AFA1-613F-676D54BD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6E8627-D15A-C337-0119-C8E4B7FF18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236" y="432055"/>
            <a:ext cx="11313757" cy="56934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</a:rPr>
              <a:t>How </a:t>
            </a:r>
            <a:r>
              <a:rPr lang="en-US" sz="3000" dirty="0" err="1">
                <a:solidFill>
                  <a:schemeClr val="tx1"/>
                </a:solidFill>
              </a:rPr>
              <a:t>MyAccessID</a:t>
            </a:r>
            <a:r>
              <a:rPr lang="en-US" sz="3000" dirty="0">
                <a:solidFill>
                  <a:schemeClr val="tx1"/>
                </a:solidFill>
              </a:rPr>
              <a:t> Work for AIRR Service Portals?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440D5D-0190-B71F-6A97-796B7A4353C7}"/>
              </a:ext>
            </a:extLst>
          </p:cNvPr>
          <p:cNvSpPr/>
          <p:nvPr/>
        </p:nvSpPr>
        <p:spPr>
          <a:xfrm>
            <a:off x="138544" y="4609688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User is invited and visits the AIRR Service site Portal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B7FF9F-B537-56B1-B144-DE5AA68500C1}"/>
              </a:ext>
            </a:extLst>
          </p:cNvPr>
          <p:cNvSpPr/>
          <p:nvPr/>
        </p:nvSpPr>
        <p:spPr>
          <a:xfrm>
            <a:off x="138545" y="3096494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User selects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on the login page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86ED71-590D-D695-64F1-77AE0B83CD7C}"/>
              </a:ext>
            </a:extLst>
          </p:cNvPr>
          <p:cNvCxnSpPr>
            <a:cxnSpLocks/>
            <a:stCxn id="3" idx="0"/>
            <a:endCxn id="4" idx="2"/>
          </p:cNvCxnSpPr>
          <p:nvPr/>
        </p:nvCxnSpPr>
        <p:spPr>
          <a:xfrm flipV="1">
            <a:off x="1828799" y="3927766"/>
            <a:ext cx="1" cy="68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ED8F10-2126-174E-4267-DA77B504F82D}"/>
              </a:ext>
            </a:extLst>
          </p:cNvPr>
          <p:cNvSpPr/>
          <p:nvPr/>
        </p:nvSpPr>
        <p:spPr>
          <a:xfrm>
            <a:off x="138544" y="1690257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looks up user’s university Identity Provider (IdP) via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eduGAIN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C508B-FDDC-B6EF-8CBC-B5628067A8FA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flipH="1" flipV="1">
            <a:off x="1828799" y="2521529"/>
            <a:ext cx="1" cy="574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C029B-4F41-761A-A20B-0F456948D65B}"/>
              </a:ext>
            </a:extLst>
          </p:cNvPr>
          <p:cNvSpPr/>
          <p:nvPr/>
        </p:nvSpPr>
        <p:spPr>
          <a:xfrm>
            <a:off x="4405745" y="1690257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redirects user to University login page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A20A55-B21A-A4F4-76A6-FEC6B8B4CD9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3519053" y="2105893"/>
            <a:ext cx="8866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80F8BD1-8E7F-1140-DCDB-CCE0B2F4E7F8}"/>
              </a:ext>
            </a:extLst>
          </p:cNvPr>
          <p:cNvSpPr/>
          <p:nvPr/>
        </p:nvSpPr>
        <p:spPr>
          <a:xfrm>
            <a:off x="4350325" y="3096494"/>
            <a:ext cx="5555673" cy="893611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Once authenticated,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sends limited user info (name, email, affiliation) to site portal using OIDC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FE4103-656F-5074-B53D-FF8087CAC8AE}"/>
              </a:ext>
            </a:extLst>
          </p:cNvPr>
          <p:cNvSpPr/>
          <p:nvPr/>
        </p:nvSpPr>
        <p:spPr>
          <a:xfrm>
            <a:off x="5368632" y="4627409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User now successfully logged into AIRR site portal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A897AB-649E-055D-E476-765801BE36D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058887" y="4001613"/>
            <a:ext cx="0" cy="625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7466B59-8521-CEC7-936B-9697465CAB38}"/>
              </a:ext>
            </a:extLst>
          </p:cNvPr>
          <p:cNvSpPr/>
          <p:nvPr/>
        </p:nvSpPr>
        <p:spPr>
          <a:xfrm>
            <a:off x="8672946" y="1690257"/>
            <a:ext cx="3380509" cy="83127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User provides University credentials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4CF867-1401-8A8B-FE99-1FC44EC64C0E}"/>
              </a:ext>
            </a:extLst>
          </p:cNvPr>
          <p:cNvCxnSpPr>
            <a:cxnSpLocks/>
          </p:cNvCxnSpPr>
          <p:nvPr/>
        </p:nvCxnSpPr>
        <p:spPr>
          <a:xfrm>
            <a:off x="7786254" y="2105893"/>
            <a:ext cx="8866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8107907-7B9B-0E76-C69E-22EC1B5EDB31}"/>
              </a:ext>
            </a:extLst>
          </p:cNvPr>
          <p:cNvCxnSpPr>
            <a:cxnSpLocks/>
            <a:stCxn id="33" idx="2"/>
            <a:endCxn id="16" idx="3"/>
          </p:cNvCxnSpPr>
          <p:nvPr/>
        </p:nvCxnSpPr>
        <p:spPr>
          <a:xfrm rot="5400000">
            <a:off x="9623715" y="2803813"/>
            <a:ext cx="1021771" cy="4572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00918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53E255-D723-C672-2146-24DCA1C9F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The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12784-4CB2-0C42-15CF-923C6B257F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63894" y="1781504"/>
            <a:ext cx="5259140" cy="3021723"/>
          </a:xfrm>
        </p:spPr>
        <p:txBody>
          <a:bodyPr>
            <a:normAutofit/>
          </a:bodyPr>
          <a:lstStyle/>
          <a:p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all users can use </a:t>
            </a: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endParaRPr lang="en-GB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in </a:t>
            </a: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eduGAIN</a:t>
            </a:r>
            <a:endParaRPr lang="en-GB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attributes (e.g. username, affiliation)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policy restrictions</a:t>
            </a:r>
          </a:p>
          <a:p>
            <a:pPr marL="228600" indent="0"/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7756F-EE31-2249-9881-0D2C6B6453B7}"/>
              </a:ext>
            </a:extLst>
          </p:cNvPr>
          <p:cNvSpPr txBox="1"/>
          <p:nvPr/>
        </p:nvSpPr>
        <p:spPr>
          <a:xfrm>
            <a:off x="5717628" y="1878099"/>
            <a:ext cx="6399144" cy="240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/>
            <a:r>
              <a:rPr lang="en-GB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DRIs must support alternative authentication paths!</a:t>
            </a:r>
          </a:p>
          <a:p>
            <a:pPr marL="228600" indent="0"/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without</a:t>
            </a: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rgbClr val="1E4E79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Increasing admin overhead</a:t>
            </a: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rgbClr val="1E4E79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Creating security risks</a:t>
            </a:r>
          </a:p>
          <a:p>
            <a:pPr marL="571500" indent="-342900">
              <a:lnSpc>
                <a:spcPct val="90000"/>
              </a:lnSpc>
              <a:spcBef>
                <a:spcPts val="1000"/>
              </a:spcBef>
              <a:buClr>
                <a:srgbClr val="1E4E79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Breaking federation principles</a:t>
            </a:r>
          </a:p>
        </p:txBody>
      </p:sp>
    </p:spTree>
    <p:extLst>
      <p:ext uri="{BB962C8B-B14F-4D97-AF65-F5344CB8AC3E}">
        <p14:creationId xmlns:p14="http://schemas.microsoft.com/office/powerpoint/2010/main" val="140164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E2A97B-6C88-79A8-3D52-E3418826D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Identity Connectors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F66FE-A126-1D7B-D6EE-ED07290359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63894" y="1387367"/>
            <a:ext cx="11313757" cy="4387960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authentication pathways that extend access beyond federated identity systems like </a:t>
            </a: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endParaRPr lang="en-GB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controlled alternative login paths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security + traceability + policy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1377F-FA75-71DB-F3B0-F7F7232110E2}"/>
              </a:ext>
            </a:extLst>
          </p:cNvPr>
          <p:cNvSpPr txBox="1"/>
          <p:nvPr/>
        </p:nvSpPr>
        <p:spPr>
          <a:xfrm>
            <a:off x="819806" y="3996381"/>
            <a:ext cx="4761187" cy="1785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Who is this user?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Can they prove control of this identity?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Which identity provider authenticated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6A124-EE6C-1107-DA13-117DB990B653}"/>
              </a:ext>
            </a:extLst>
          </p:cNvPr>
          <p:cNvSpPr txBox="1"/>
          <p:nvPr/>
        </p:nvSpPr>
        <p:spPr>
          <a:xfrm>
            <a:off x="735724" y="356549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They answer: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705BD0-2926-4B90-91B4-ACD1B522EEE3}"/>
              </a:ext>
            </a:extLst>
          </p:cNvPr>
          <p:cNvSpPr txBox="1"/>
          <p:nvPr/>
        </p:nvSpPr>
        <p:spPr>
          <a:xfrm>
            <a:off x="6936828" y="3596271"/>
            <a:ext cx="42777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They do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decide: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E365D-53ED-0280-89B1-2C00AF1935B7}"/>
              </a:ext>
            </a:extLst>
          </p:cNvPr>
          <p:cNvSpPr txBox="1"/>
          <p:nvPr/>
        </p:nvSpPr>
        <p:spPr>
          <a:xfrm>
            <a:off x="7020910" y="3996381"/>
            <a:ext cx="4572001" cy="178510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Which project can they access?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Which resources (compute and storage) can they use?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Can they access DAWN login-web or SSH?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1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B9B975-8F3B-CDE6-A3D9-6477C2099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3000" dirty="0">
                <a:solidFill>
                  <a:schemeClr val="tx1"/>
                </a:solidFill>
              </a:rPr>
              <a:t>Identity &amp; Access Architecture for AIRR at Cambridge</a:t>
            </a:r>
          </a:p>
          <a:p>
            <a:r>
              <a:rPr lang="en-US" sz="22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identity connector</a:t>
            </a:r>
          </a:p>
          <a:p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371285-147D-C7C3-C7AC-DEF8C7D2F2AD}"/>
              </a:ext>
            </a:extLst>
          </p:cNvPr>
          <p:cNvSpPr/>
          <p:nvPr/>
        </p:nvSpPr>
        <p:spPr>
          <a:xfrm>
            <a:off x="82917" y="2934338"/>
            <a:ext cx="2301766" cy="5675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User is invited in a project</a:t>
            </a:r>
          </a:p>
        </p:txBody>
      </p:sp>
      <p:pic>
        <p:nvPicPr>
          <p:cNvPr id="6" name="Picture 12" descr="Waldur | Interoperable Europe Portal">
            <a:extLst>
              <a:ext uri="{FF2B5EF4-FFF2-40B4-BE49-F238E27FC236}">
                <a16:creationId xmlns:a16="http://schemas.microsoft.com/office/drawing/2014/main" id="{FE8E0AD2-D001-1804-9AA9-EB1C5B0FA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46" y="2555959"/>
            <a:ext cx="1690507" cy="32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81580D-BA25-249B-6C3C-F3C037BAF35A}"/>
              </a:ext>
            </a:extLst>
          </p:cNvPr>
          <p:cNvSpPr/>
          <p:nvPr/>
        </p:nvSpPr>
        <p:spPr>
          <a:xfrm>
            <a:off x="2837849" y="2039276"/>
            <a:ext cx="4403781" cy="2357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Identity Broker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10D132-2944-55A4-9F4E-954BD48FB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557" y="1533590"/>
            <a:ext cx="1795610" cy="46012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94E056-4602-308A-352C-E2E37F69A819}"/>
              </a:ext>
            </a:extLst>
          </p:cNvPr>
          <p:cNvSpPr/>
          <p:nvPr/>
        </p:nvSpPr>
        <p:spPr>
          <a:xfrm>
            <a:off x="3113049" y="2817506"/>
            <a:ext cx="1785348" cy="14373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Realm1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9" name="Picture 12" descr="Waldur | Interoperable Europe Portal">
            <a:extLst>
              <a:ext uri="{FF2B5EF4-FFF2-40B4-BE49-F238E27FC236}">
                <a16:creationId xmlns:a16="http://schemas.microsoft.com/office/drawing/2014/main" id="{DA3F451B-0BC4-B3C7-A436-EE4794386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271" y="3242771"/>
            <a:ext cx="1690507" cy="32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DEE5750F-1A9E-42F0-ECCF-9B6FD79A3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893" y="3708317"/>
            <a:ext cx="1463659" cy="46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FE63B09-0117-C296-DAEA-787C15C8A390}"/>
              </a:ext>
            </a:extLst>
          </p:cNvPr>
          <p:cNvSpPr/>
          <p:nvPr/>
        </p:nvSpPr>
        <p:spPr>
          <a:xfrm>
            <a:off x="5221791" y="2793561"/>
            <a:ext cx="1872692" cy="14373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Realm2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24F2CCE-B900-18C8-07AC-88EBC1C89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334" y="3112204"/>
            <a:ext cx="646833" cy="601221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2057CD91-462E-FC63-A568-E3FB734E2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42" y="3743926"/>
            <a:ext cx="1463659" cy="46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C0C26C-EC2B-56C6-0FF3-3FF4CC001D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94" y="3120603"/>
            <a:ext cx="952488" cy="316284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BC26FD-C61B-34A8-6793-6D3FA456090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384683" y="3218118"/>
            <a:ext cx="458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E49E253-6CB5-9198-816D-2B50E2A072E9}"/>
              </a:ext>
            </a:extLst>
          </p:cNvPr>
          <p:cNvSpPr txBox="1"/>
          <p:nvPr/>
        </p:nvSpPr>
        <p:spPr>
          <a:xfrm>
            <a:off x="163208" y="4617794"/>
            <a:ext cx="107885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users are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realm-specific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A user in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Realm1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is not visible in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Realm2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unless: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realms are federated via an IdP like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 separate user account exists in both realms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477911B-A9D8-51DE-FFA9-9F8035B36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943134"/>
              </p:ext>
            </p:extLst>
          </p:nvPr>
        </p:nvGraphicFramePr>
        <p:xfrm>
          <a:off x="7489120" y="2049786"/>
          <a:ext cx="4356373" cy="222504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055789">
                  <a:extLst>
                    <a:ext uri="{9D8B030D-6E8A-4147-A177-3AD203B41FA5}">
                      <a16:colId xmlns:a16="http://schemas.microsoft.com/office/drawing/2014/main" val="3636070959"/>
                    </a:ext>
                  </a:extLst>
                </a:gridCol>
                <a:gridCol w="3300584">
                  <a:extLst>
                    <a:ext uri="{9D8B030D-6E8A-4147-A177-3AD203B41FA5}">
                      <a16:colId xmlns:a16="http://schemas.microsoft.com/office/drawing/2014/main" val="1392554178"/>
                    </a:ext>
                  </a:extLst>
                </a:gridCol>
              </a:tblGrid>
              <a:tr h="1853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Behaviour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73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Realm1</a:t>
                      </a:r>
                    </a:p>
                    <a:p>
                      <a:endParaRPr lang="en-US" sz="16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user login</a:t>
                      </a:r>
                    </a:p>
                    <a:p>
                      <a:endParaRPr lang="en-GB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user need local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Keycloak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account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60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Realm2</a:t>
                      </a:r>
                      <a:endParaRPr lang="en-US" sz="16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users existing in LDAP can log in via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another user local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Keycloak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account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234419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FC571A66-02CB-DCE7-6A90-2A533341B7D4}"/>
              </a:ext>
            </a:extLst>
          </p:cNvPr>
          <p:cNvSpPr txBox="1"/>
          <p:nvPr/>
        </p:nvSpPr>
        <p:spPr>
          <a:xfrm>
            <a:off x="764785" y="5620855"/>
            <a:ext cx="10788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overhead for creating local </a:t>
            </a:r>
            <a:r>
              <a:rPr lang="en-GB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en-GB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accounts in each realm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126F4E-2876-00A4-66FF-D386FAFDF583}"/>
              </a:ext>
            </a:extLst>
          </p:cNvPr>
          <p:cNvSpPr/>
          <p:nvPr/>
        </p:nvSpPr>
        <p:spPr>
          <a:xfrm>
            <a:off x="6001697" y="3453827"/>
            <a:ext cx="1015952" cy="2439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SSH Access</a:t>
            </a:r>
          </a:p>
        </p:txBody>
      </p:sp>
    </p:spTree>
    <p:extLst>
      <p:ext uri="{BB962C8B-B14F-4D97-AF65-F5344CB8AC3E}">
        <p14:creationId xmlns:p14="http://schemas.microsoft.com/office/powerpoint/2010/main" val="1703387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CE6AD9C-DB35-63FF-61FB-38818DF1C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891" y="576900"/>
            <a:ext cx="8894218" cy="514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75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4CFF2-F0C0-5EE5-FD82-0C344076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4A9E9D-7AB3-CB90-680D-E1A454603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3000" dirty="0">
                <a:solidFill>
                  <a:schemeClr val="tx1"/>
                </a:solidFill>
              </a:rPr>
              <a:t>Identity &amp; Access Architecture for AIRR at Cambridge</a:t>
            </a:r>
          </a:p>
          <a:p>
            <a:r>
              <a:rPr lang="en-US" sz="22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identity connector </a:t>
            </a:r>
            <a:r>
              <a:rPr lang="en-US" sz="2200" dirty="0">
                <a:solidFill>
                  <a:srgbClr val="000BCF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Guest-IdP</a:t>
            </a:r>
          </a:p>
          <a:p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3C8494-C3B0-4AF1-6E04-16C45E210E8D}"/>
              </a:ext>
            </a:extLst>
          </p:cNvPr>
          <p:cNvSpPr/>
          <p:nvPr/>
        </p:nvSpPr>
        <p:spPr>
          <a:xfrm>
            <a:off x="82917" y="2934338"/>
            <a:ext cx="2301766" cy="5675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User is invited in a project</a:t>
            </a:r>
          </a:p>
        </p:txBody>
      </p:sp>
      <p:pic>
        <p:nvPicPr>
          <p:cNvPr id="6" name="Picture 12" descr="Waldur | Interoperable Europe Portal">
            <a:extLst>
              <a:ext uri="{FF2B5EF4-FFF2-40B4-BE49-F238E27FC236}">
                <a16:creationId xmlns:a16="http://schemas.microsoft.com/office/drawing/2014/main" id="{43262E24-DBE6-14CD-740A-09C67AE7F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46" y="2555959"/>
            <a:ext cx="1690507" cy="32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2002685-6D4D-4155-A7D3-9401502DA3A6}"/>
              </a:ext>
            </a:extLst>
          </p:cNvPr>
          <p:cNvSpPr/>
          <p:nvPr/>
        </p:nvSpPr>
        <p:spPr>
          <a:xfrm>
            <a:off x="2837849" y="2039276"/>
            <a:ext cx="4403781" cy="39095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Identity Broker</a:t>
            </a: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B5576B-F949-8A29-6DDC-D89857565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557" y="1533590"/>
            <a:ext cx="1795610" cy="46012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DA4A9B3-4F99-8B25-DABF-E20FDFFF561D}"/>
              </a:ext>
            </a:extLst>
          </p:cNvPr>
          <p:cNvSpPr/>
          <p:nvPr/>
        </p:nvSpPr>
        <p:spPr>
          <a:xfrm>
            <a:off x="3113049" y="2817505"/>
            <a:ext cx="1785348" cy="189223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Realm1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9" name="Picture 12" descr="Waldur | Interoperable Europe Portal">
            <a:extLst>
              <a:ext uri="{FF2B5EF4-FFF2-40B4-BE49-F238E27FC236}">
                <a16:creationId xmlns:a16="http://schemas.microsoft.com/office/drawing/2014/main" id="{4C44DB16-85BD-4476-E3F2-E9BC72138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271" y="3211241"/>
            <a:ext cx="1690507" cy="32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06E3B9B9-9683-AB8F-5951-1AB485024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893" y="3655767"/>
            <a:ext cx="1463659" cy="46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E604E01-1B21-EC82-D99D-D1B1913DCA7C}"/>
              </a:ext>
            </a:extLst>
          </p:cNvPr>
          <p:cNvSpPr/>
          <p:nvPr/>
        </p:nvSpPr>
        <p:spPr>
          <a:xfrm>
            <a:off x="5221791" y="2793560"/>
            <a:ext cx="1872692" cy="191617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Realm2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12C6B7-A0CF-CC13-B539-2E736EE1E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334" y="3101694"/>
            <a:ext cx="646833" cy="601221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FC69D5FF-4B43-CF08-F96D-7E4BA5F59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42" y="3754436"/>
            <a:ext cx="1463659" cy="46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0C449B-6C97-A14E-442B-D64ABBEEB4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264" y="3120603"/>
            <a:ext cx="952488" cy="316284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4FDE2B-C276-6539-A2A6-F235AFD0688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384683" y="3218118"/>
            <a:ext cx="458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C01812F-28C0-8490-2055-E5E1D3DF06F6}"/>
              </a:ext>
            </a:extLst>
          </p:cNvPr>
          <p:cNvSpPr/>
          <p:nvPr/>
        </p:nvSpPr>
        <p:spPr>
          <a:xfrm>
            <a:off x="4184819" y="5125626"/>
            <a:ext cx="1785348" cy="74045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Realm3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Guest-IdP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33E9A27-0C95-10DB-837A-9577BCF5BC08}"/>
              </a:ext>
            </a:extLst>
          </p:cNvPr>
          <p:cNvCxnSpPr>
            <a:cxnSpLocks/>
            <a:stCxn id="3" idx="1"/>
            <a:endCxn id="13" idx="2"/>
          </p:cNvCxnSpPr>
          <p:nvPr/>
        </p:nvCxnSpPr>
        <p:spPr>
          <a:xfrm rot="10800000">
            <a:off x="4005723" y="4709738"/>
            <a:ext cx="179096" cy="7861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549A7F9-4A92-D9FA-A5FE-9C133E3657A5}"/>
              </a:ext>
            </a:extLst>
          </p:cNvPr>
          <p:cNvCxnSpPr>
            <a:cxnSpLocks/>
            <a:stCxn id="3" idx="3"/>
            <a:endCxn id="21" idx="2"/>
          </p:cNvCxnSpPr>
          <p:nvPr/>
        </p:nvCxnSpPr>
        <p:spPr>
          <a:xfrm flipV="1">
            <a:off x="5970167" y="4709737"/>
            <a:ext cx="187970" cy="7861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DB1EACB-2AF8-C5C4-458B-99A1A6B3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73700"/>
              </p:ext>
            </p:extLst>
          </p:nvPr>
        </p:nvGraphicFramePr>
        <p:xfrm>
          <a:off x="7489120" y="2081316"/>
          <a:ext cx="4356373" cy="28041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118852">
                  <a:extLst>
                    <a:ext uri="{9D8B030D-6E8A-4147-A177-3AD203B41FA5}">
                      <a16:colId xmlns:a16="http://schemas.microsoft.com/office/drawing/2014/main" val="3636070959"/>
                    </a:ext>
                  </a:extLst>
                </a:gridCol>
                <a:gridCol w="3237521">
                  <a:extLst>
                    <a:ext uri="{9D8B030D-6E8A-4147-A177-3AD203B41FA5}">
                      <a16:colId xmlns:a16="http://schemas.microsoft.com/office/drawing/2014/main" val="1392554178"/>
                    </a:ext>
                  </a:extLst>
                </a:gridCol>
              </a:tblGrid>
              <a:tr h="18534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Behaviour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73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Ream3</a:t>
                      </a:r>
                    </a:p>
                    <a:p>
                      <a:r>
                        <a:rPr lang="en-US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Guest-IdP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self-registers and gets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userid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(email) and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90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Realm1</a:t>
                      </a:r>
                    </a:p>
                    <a:p>
                      <a:endParaRPr lang="en-US" sz="16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user login</a:t>
                      </a:r>
                    </a:p>
                    <a:p>
                      <a:endParaRPr lang="en-GB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user login using Guest-IdP 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60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Realm2</a:t>
                      </a:r>
                      <a:endParaRPr lang="en-US" sz="1600" i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users existing in LDAP can log in via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MyAccessID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Guest-IdP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234419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BAEBBA90-0B75-03EB-9D1B-80A15938192E}"/>
              </a:ext>
            </a:extLst>
          </p:cNvPr>
          <p:cNvSpPr/>
          <p:nvPr/>
        </p:nvSpPr>
        <p:spPr>
          <a:xfrm>
            <a:off x="6033227" y="3453827"/>
            <a:ext cx="1015952" cy="2439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SSH Access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C293B0-4299-7EAE-45D6-ACC9DA1E0345}"/>
              </a:ext>
            </a:extLst>
          </p:cNvPr>
          <p:cNvSpPr/>
          <p:nvPr/>
        </p:nvSpPr>
        <p:spPr>
          <a:xfrm>
            <a:off x="3447394" y="4244293"/>
            <a:ext cx="1145628" cy="4045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Guest-IdP users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AC8445-3839-9BC3-F366-D60E6DD31A53}"/>
              </a:ext>
            </a:extLst>
          </p:cNvPr>
          <p:cNvSpPr/>
          <p:nvPr/>
        </p:nvSpPr>
        <p:spPr>
          <a:xfrm>
            <a:off x="5613565" y="4264070"/>
            <a:ext cx="1145628" cy="4045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Guest-IdP users</a:t>
            </a:r>
          </a:p>
        </p:txBody>
      </p:sp>
    </p:spTree>
    <p:extLst>
      <p:ext uri="{BB962C8B-B14F-4D97-AF65-F5344CB8AC3E}">
        <p14:creationId xmlns:p14="http://schemas.microsoft.com/office/powerpoint/2010/main" val="341061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D8C320-AF45-BBD2-3971-A514367ED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8ED8B-57AB-B2FA-B422-220C592ED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57" y="735724"/>
            <a:ext cx="11195864" cy="53008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BAC403-0837-25E8-DA95-3CC2F7E1926C}"/>
                  </a:ext>
                </a:extLst>
              </p14:cNvPr>
              <p14:cNvContentPartPr/>
              <p14:nvPr/>
            </p14:nvContentPartPr>
            <p14:xfrm>
              <a:off x="4935418" y="4223632"/>
              <a:ext cx="2956680" cy="352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BAC403-0837-25E8-DA95-3CC2F7E192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29298" y="4217512"/>
                <a:ext cx="2968920" cy="3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5433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77E1A3-F01F-9FBD-F2A4-09877258F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Guest-IdP (Identity Connector)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AC792-A5D9-A764-23D5-62206982463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63894" y="1429407"/>
            <a:ext cx="11313757" cy="434591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central </a:t>
            </a: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Identity Provider that enables self-service onboarding for users who cannot authenticate via </a:t>
            </a: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gives us a single, reusable identity for external users without breaking federation or increasing operational overhead.</a:t>
            </a:r>
          </a:p>
          <a:p>
            <a:pPr marL="228600" indent="0"/>
            <a:endParaRPr lang="en-GB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/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Before: Multiple identities across HPC services, manual onboarding</a:t>
            </a:r>
          </a:p>
          <a:p>
            <a:pPr marL="228600" indent="0"/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After: Single identity, self-service access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3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E0374F-6C63-4ED1-E838-116A5AAD6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0970F-5FED-5D21-46E2-B1EB956BD50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</a:t>
            </a: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gives us a strong foundation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real-world systems require flexibility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Identity connectors provide that flexibility without compromising security or increasing operational overhead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19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1955B-BCDD-C074-94BD-7721F1CC5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5" y="1154850"/>
            <a:ext cx="11313757" cy="569349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Thank You</a:t>
            </a:r>
          </a:p>
          <a:p>
            <a:endParaRPr lang="en-US" dirty="0"/>
          </a:p>
        </p:txBody>
      </p:sp>
      <p:pic>
        <p:nvPicPr>
          <p:cNvPr id="3" name="Picture 2" descr="A rowboat on a river&#10;&#10;Description automatically generated">
            <a:extLst>
              <a:ext uri="{FF2B5EF4-FFF2-40B4-BE49-F238E27FC236}">
                <a16:creationId xmlns:a16="http://schemas.microsoft.com/office/drawing/2014/main" id="{3E7CCCA5-15B1-F9DC-F767-AEBF7E677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091" y="875823"/>
            <a:ext cx="6156675" cy="410445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1B5B2687-E58B-6E5C-0551-5FFEA8CABC17}"/>
              </a:ext>
            </a:extLst>
          </p:cNvPr>
          <p:cNvSpPr txBox="1">
            <a:spLocks/>
          </p:cNvSpPr>
          <p:nvPr/>
        </p:nvSpPr>
        <p:spPr>
          <a:xfrm>
            <a:off x="276344" y="2049594"/>
            <a:ext cx="11313757" cy="569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lvl1pPr marL="4572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 b="1" i="0" u="none" strike="noStrike" kern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Questions?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0C406-CB64-6592-78C4-EE9694D28C42}"/>
              </a:ext>
            </a:extLst>
          </p:cNvPr>
          <p:cNvSpPr txBox="1"/>
          <p:nvPr/>
        </p:nvSpPr>
        <p:spPr>
          <a:xfrm>
            <a:off x="194441" y="5150628"/>
            <a:ext cx="11803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Website: https://</a:t>
            </a:r>
            <a:r>
              <a:rPr lang="en-US" sz="2000" dirty="0" err="1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myaccessid-uk.github.io</a:t>
            </a:r>
            <a:r>
              <a:rPr lang="en-US" sz="20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/site/</a:t>
            </a:r>
          </a:p>
          <a:p>
            <a:r>
              <a:rPr lang="en-US" sz="16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NFCS project: </a:t>
            </a:r>
            <a:r>
              <a:rPr lang="en-US" sz="14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nfcs-networkplus.ac.uk</a:t>
            </a:r>
            <a:r>
              <a:rPr lang="en-US" sz="1400" dirty="0">
                <a:solidFill>
                  <a:srgbClr val="000B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/projects/exploring-the-governance-requirements-for-enabling-uk-dris-to-adopt-myaccessid/</a:t>
            </a:r>
            <a:endParaRPr lang="en-US" sz="1600" dirty="0">
              <a:solidFill>
                <a:srgbClr val="000BC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2F7A8-69B2-6D4F-DB46-26446487D571}"/>
              </a:ext>
            </a:extLst>
          </p:cNvPr>
          <p:cNvSpPr txBox="1"/>
          <p:nvPr/>
        </p:nvSpPr>
        <p:spPr>
          <a:xfrm>
            <a:off x="5289091" y="5156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In-person Workshop-3, University of Cambridge on 6</a:t>
            </a:r>
            <a:r>
              <a:rPr lang="en-GB" sz="1600" b="0" i="0" baseline="30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June 2026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3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25096330C6AE45819B21ACC77C313F" ma:contentTypeVersion="16" ma:contentTypeDescription="Create a new document." ma:contentTypeScope="" ma:versionID="7c9e604389d369bfe5ee6288cc2361fd">
  <xsd:schema xmlns:xsd="http://www.w3.org/2001/XMLSchema" xmlns:xs="http://www.w3.org/2001/XMLSchema" xmlns:p="http://schemas.microsoft.com/office/2006/metadata/properties" xmlns:ns2="6261e4c7-d96f-4c1e-b2f6-7170a79c9010" xmlns:ns3="c5280929-7955-4231-aac3-8bac449ba8f9" targetNamespace="http://schemas.microsoft.com/office/2006/metadata/properties" ma:root="true" ma:fieldsID="fe3347e7e97d733d415f2f2c1a318257" ns2:_="" ns3:_="">
    <xsd:import namespace="6261e4c7-d96f-4c1e-b2f6-7170a79c9010"/>
    <xsd:import namespace="c5280929-7955-4231-aac3-8bac449ba8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1e4c7-d96f-4c1e-b2f6-7170a79c90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a27f011-1a9c-4bbb-bffd-f61e666ec8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80929-7955-4231-aac3-8bac449ba8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ceeb192-0919-4488-9200-f8c3f0a17bfd}" ma:internalName="TaxCatchAll" ma:showField="CatchAllData" ma:web="c5280929-7955-4231-aac3-8bac449ba8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261e4c7-d96f-4c1e-b2f6-7170a79c9010">
      <Terms xmlns="http://schemas.microsoft.com/office/infopath/2007/PartnerControls"/>
    </lcf76f155ced4ddcb4097134ff3c332f>
    <TaxCatchAll xmlns="c5280929-7955-4231-aac3-8bac449ba8f9" xsi:nil="true"/>
  </documentManagement>
</p:properties>
</file>

<file path=customXml/itemProps1.xml><?xml version="1.0" encoding="utf-8"?>
<ds:datastoreItem xmlns:ds="http://schemas.openxmlformats.org/officeDocument/2006/customXml" ds:itemID="{42FC01A5-3139-4F64-8820-1CDE0E0B30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AC45E4-142A-45BB-8737-E2458473490F}">
  <ds:schemaRefs>
    <ds:schemaRef ds:uri="6261e4c7-d96f-4c1e-b2f6-7170a79c9010"/>
    <ds:schemaRef ds:uri="c5280929-7955-4231-aac3-8bac449ba8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A7A49A8-762B-45A4-AAA0-B812AB8AFE0C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c5280929-7955-4231-aac3-8bac449ba8f9"/>
    <ds:schemaRef ds:uri="6261e4c7-d96f-4c1e-b2f6-7170a79c9010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7523</TotalTime>
  <Words>586</Words>
  <Application>Microsoft Macintosh PowerPoint</Application>
  <PresentationFormat>Widescreen</PresentationFormat>
  <Paragraphs>140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Cambria</vt:lpstr>
      <vt:lpstr>Courier New</vt:lpstr>
      <vt:lpstr>Wingdings</vt:lpstr>
      <vt:lpstr>Office Theme</vt:lpstr>
      <vt:lpstr>Custom Design</vt:lpstr>
      <vt:lpstr>Identity Connectors: Extending Authentication Beyond MyAccessID Federation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UIS, University of Cambridge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Suvi Roberts</dc:creator>
  <cp:lastModifiedBy>Deepak Aggarwal</cp:lastModifiedBy>
  <cp:revision>6</cp:revision>
  <dcterms:created xsi:type="dcterms:W3CDTF">2017-09-14T13:39:33Z</dcterms:created>
  <dcterms:modified xsi:type="dcterms:W3CDTF">2026-05-05T22:50:58Z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0x010100BA25096330C6AE45819B21ACC77C313F</vt:lpwstr>
  </property>
  <property fmtid="{D5CDD505-2E9C-101B-9397-08002B2CF9AE}" pid="3" name="MediaServiceImageTags">
    <vt:lpwstr/>
  </property>
</Properties>
</file>